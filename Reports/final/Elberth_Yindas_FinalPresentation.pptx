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64" r:id="rId12"/>
    <p:sldId id="272" r:id="rId13"/>
    <p:sldId id="265" r:id="rId14"/>
    <p:sldId id="266" r:id="rId15"/>
    <p:sldId id="267" r:id="rId16"/>
    <p:sldId id="273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F85A20-61A6-4175-A542-90C192087792}" v="19" dt="2026-05-11T13:52:18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5" autoAdjust="0"/>
    <p:restoredTop sz="94660"/>
  </p:normalViewPr>
  <p:slideViewPr>
    <p:cSldViewPr snapToGrid="0">
      <p:cViewPr>
        <p:scale>
          <a:sx n="73" d="100"/>
          <a:sy n="73" d="100"/>
        </p:scale>
        <p:origin x="149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berth NDOUNOU YINDAS" userId="e73f2e09a5d57f28" providerId="LiveId" clId="{C952E072-372D-47E2-9CF1-0D9539905CB2}"/>
    <pc:docChg chg="undo custSel addSld delSld modSld">
      <pc:chgData name="Elberth NDOUNOU YINDAS" userId="e73f2e09a5d57f28" providerId="LiveId" clId="{C952E072-372D-47E2-9CF1-0D9539905CB2}" dt="2026-05-11T13:52:26.333" v="336" actId="26606"/>
      <pc:docMkLst>
        <pc:docMk/>
      </pc:docMkLst>
      <pc:sldChg chg="modSp mod">
        <pc:chgData name="Elberth NDOUNOU YINDAS" userId="e73f2e09a5d57f28" providerId="LiveId" clId="{C952E072-372D-47E2-9CF1-0D9539905CB2}" dt="2026-05-11T12:14:36.315" v="320" actId="20577"/>
        <pc:sldMkLst>
          <pc:docMk/>
          <pc:sldMk cId="4263918900" sldId="256"/>
        </pc:sldMkLst>
        <pc:spChg chg="mod">
          <ac:chgData name="Elberth NDOUNOU YINDAS" userId="e73f2e09a5d57f28" providerId="LiveId" clId="{C952E072-372D-47E2-9CF1-0D9539905CB2}" dt="2026-05-11T12:14:36.315" v="320" actId="20577"/>
          <ac:spMkLst>
            <pc:docMk/>
            <pc:sldMk cId="4263918900" sldId="256"/>
            <ac:spMk id="3" creationId="{28B43F42-4F1A-EC20-74E4-682F32B6D63D}"/>
          </ac:spMkLst>
        </pc:spChg>
      </pc:sldChg>
      <pc:sldChg chg="addSp delSp modSp add del mod">
        <pc:chgData name="Elberth NDOUNOU YINDAS" userId="e73f2e09a5d57f28" providerId="LiveId" clId="{C952E072-372D-47E2-9CF1-0D9539905CB2}" dt="2026-05-11T10:24:06.972" v="47" actId="26606"/>
        <pc:sldMkLst>
          <pc:docMk/>
          <pc:sldMk cId="726979380" sldId="257"/>
        </pc:sldMkLst>
        <pc:spChg chg="mod">
          <ac:chgData name="Elberth NDOUNOU YINDAS" userId="e73f2e09a5d57f28" providerId="LiveId" clId="{C952E072-372D-47E2-9CF1-0D9539905CB2}" dt="2026-05-11T10:24:06.972" v="47" actId="26606"/>
          <ac:spMkLst>
            <pc:docMk/>
            <pc:sldMk cId="726979380" sldId="257"/>
            <ac:spMk id="2" creationId="{2607ABFA-5E9E-C502-F1A9-DBD1C2D40494}"/>
          </ac:spMkLst>
        </pc:spChg>
        <pc:spChg chg="add del">
          <ac:chgData name="Elberth NDOUNOU YINDAS" userId="e73f2e09a5d57f28" providerId="LiveId" clId="{C952E072-372D-47E2-9CF1-0D9539905CB2}" dt="2026-05-11T10:24:06.972" v="47" actId="26606"/>
          <ac:spMkLst>
            <pc:docMk/>
            <pc:sldMk cId="726979380" sldId="257"/>
            <ac:spMk id="9" creationId="{F68B2C62-7648-4430-90D5-AE0F252AF113}"/>
          </ac:spMkLst>
        </pc:spChg>
        <pc:spChg chg="add">
          <ac:chgData name="Elberth NDOUNOU YINDAS" userId="e73f2e09a5d57f28" providerId="LiveId" clId="{C952E072-372D-47E2-9CF1-0D9539905CB2}" dt="2026-05-11T10:24:06.972" v="47" actId="26606"/>
          <ac:spMkLst>
            <pc:docMk/>
            <pc:sldMk cId="726979380" sldId="257"/>
            <ac:spMk id="13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2:46.372" v="40" actId="26606"/>
          <ac:spMkLst>
            <pc:docMk/>
            <pc:sldMk cId="726979380" sldId="257"/>
            <ac:spMk id="16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3:19.208" v="42" actId="26606"/>
          <ac:spMkLst>
            <pc:docMk/>
            <pc:sldMk cId="726979380" sldId="257"/>
            <ac:spMk id="22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4:00.253" v="46" actId="26606"/>
          <ac:spMkLst>
            <pc:docMk/>
            <pc:sldMk cId="726979380" sldId="257"/>
            <ac:spMk id="25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4:00.253" v="46" actId="26606"/>
          <ac:spMkLst>
            <pc:docMk/>
            <pc:sldMk cId="726979380" sldId="257"/>
            <ac:spMk id="26" creationId="{19604516-F583-413C-8C0B-E7944F332B5A}"/>
          </ac:spMkLst>
        </pc:spChg>
        <pc:graphicFrameChg chg="mod modGraphic">
          <ac:chgData name="Elberth NDOUNOU YINDAS" userId="e73f2e09a5d57f28" providerId="LiveId" clId="{C952E072-372D-47E2-9CF1-0D9539905CB2}" dt="2026-05-11T10:24:06.972" v="47" actId="26606"/>
          <ac:graphicFrameMkLst>
            <pc:docMk/>
            <pc:sldMk cId="726979380" sldId="257"/>
            <ac:graphicFrameMk id="6" creationId="{0DE64AD9-E893-C472-1081-111F48DDC42B}"/>
          </ac:graphicFrameMkLst>
        </pc:graphicFrameChg>
        <pc:cxnChg chg="add del">
          <ac:chgData name="Elberth NDOUNOU YINDAS" userId="e73f2e09a5d57f28" providerId="LiveId" clId="{C952E072-372D-47E2-9CF1-0D9539905CB2}" dt="2026-05-11T10:24:06.972" v="47" actId="26606"/>
          <ac:cxnSpMkLst>
            <pc:docMk/>
            <pc:sldMk cId="726979380" sldId="257"/>
            <ac:cxnSpMk id="11" creationId="{4BFD5B9F-5FB6-467D-83D5-DF82F1907354}"/>
          </ac:cxnSpMkLst>
        </pc:cxnChg>
        <pc:cxnChg chg="add">
          <ac:chgData name="Elberth NDOUNOU YINDAS" userId="e73f2e09a5d57f28" providerId="LiveId" clId="{C952E072-372D-47E2-9CF1-0D9539905CB2}" dt="2026-05-11T10:24:06.972" v="47" actId="26606"/>
          <ac:cxnSpMkLst>
            <pc:docMk/>
            <pc:sldMk cId="726979380" sldId="257"/>
            <ac:cxnSpMk id="14" creationId="{AAD0195E-7F27-4D06-9427-0C121D721A14}"/>
          </ac:cxnSpMkLst>
        </pc:cxnChg>
        <pc:cxnChg chg="add">
          <ac:chgData name="Elberth NDOUNOU YINDAS" userId="e73f2e09a5d57f28" providerId="LiveId" clId="{C952E072-372D-47E2-9CF1-0D9539905CB2}" dt="2026-05-11T10:24:06.972" v="47" actId="26606"/>
          <ac:cxnSpMkLst>
            <pc:docMk/>
            <pc:sldMk cId="726979380" sldId="257"/>
            <ac:cxnSpMk id="15" creationId="{9D74C2FC-3228-4FC1-B97B-87AD35508D91}"/>
          </ac:cxnSpMkLst>
        </pc:cxnChg>
        <pc:cxnChg chg="add del">
          <ac:chgData name="Elberth NDOUNOU YINDAS" userId="e73f2e09a5d57f28" providerId="LiveId" clId="{C952E072-372D-47E2-9CF1-0D9539905CB2}" dt="2026-05-11T10:22:46.372" v="40" actId="26606"/>
          <ac:cxnSpMkLst>
            <pc:docMk/>
            <pc:sldMk cId="726979380" sldId="257"/>
            <ac:cxnSpMk id="18" creationId="{AAD0195E-7F27-4D06-9427-0C121D721A14}"/>
          </ac:cxnSpMkLst>
        </pc:cxnChg>
        <pc:cxnChg chg="add del">
          <ac:chgData name="Elberth NDOUNOU YINDAS" userId="e73f2e09a5d57f28" providerId="LiveId" clId="{C952E072-372D-47E2-9CF1-0D9539905CB2}" dt="2026-05-11T10:22:46.372" v="40" actId="26606"/>
          <ac:cxnSpMkLst>
            <pc:docMk/>
            <pc:sldMk cId="726979380" sldId="257"/>
            <ac:cxnSpMk id="20" creationId="{9D74C2FC-3228-4FC1-B97B-87AD35508D91}"/>
          </ac:cxnSpMkLst>
        </pc:cxnChg>
        <pc:cxnChg chg="add del">
          <ac:chgData name="Elberth NDOUNOU YINDAS" userId="e73f2e09a5d57f28" providerId="LiveId" clId="{C952E072-372D-47E2-9CF1-0D9539905CB2}" dt="2026-05-11T10:23:19.208" v="42" actId="26606"/>
          <ac:cxnSpMkLst>
            <pc:docMk/>
            <pc:sldMk cId="726979380" sldId="257"/>
            <ac:cxnSpMk id="23" creationId="{9BB96FAB-CCBF-4D1E-9D0D-B038ACC29BD0}"/>
          </ac:cxnSpMkLst>
        </pc:cxnChg>
        <pc:cxnChg chg="add del">
          <ac:chgData name="Elberth NDOUNOU YINDAS" userId="e73f2e09a5d57f28" providerId="LiveId" clId="{C952E072-372D-47E2-9CF1-0D9539905CB2}" dt="2026-05-11T10:24:00.253" v="46" actId="26606"/>
          <ac:cxnSpMkLst>
            <pc:docMk/>
            <pc:sldMk cId="726979380" sldId="257"/>
            <ac:cxnSpMk id="27" creationId="{4BFD5B9F-5FB6-467D-83D5-DF82F1907354}"/>
          </ac:cxnSpMkLst>
        </pc:cxnChg>
      </pc:sldChg>
      <pc:sldChg chg="addSp delSp modSp mod">
        <pc:chgData name="Elberth NDOUNOU YINDAS" userId="e73f2e09a5d57f28" providerId="LiveId" clId="{C952E072-372D-47E2-9CF1-0D9539905CB2}" dt="2026-05-11T10:24:52.609" v="50" actId="26606"/>
        <pc:sldMkLst>
          <pc:docMk/>
          <pc:sldMk cId="2596323877" sldId="258"/>
        </pc:sldMkLst>
        <pc:spChg chg="mod">
          <ac:chgData name="Elberth NDOUNOU YINDAS" userId="e73f2e09a5d57f28" providerId="LiveId" clId="{C952E072-372D-47E2-9CF1-0D9539905CB2}" dt="2026-05-11T10:21:41.826" v="14" actId="26606"/>
          <ac:spMkLst>
            <pc:docMk/>
            <pc:sldMk cId="2596323877" sldId="258"/>
            <ac:spMk id="2" creationId="{83C6FF36-A312-1E54-2C61-C4634A852BEF}"/>
          </ac:spMkLst>
        </pc:spChg>
        <pc:spChg chg="del">
          <ac:chgData name="Elberth NDOUNOU YINDAS" userId="e73f2e09a5d57f28" providerId="LiveId" clId="{C952E072-372D-47E2-9CF1-0D9539905CB2}" dt="2026-05-11T10:21:41.826" v="14" actId="26606"/>
          <ac:spMkLst>
            <pc:docMk/>
            <pc:sldMk cId="2596323877" sldId="258"/>
            <ac:spMk id="9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2:11.347" v="18" actId="26606"/>
          <ac:spMkLst>
            <pc:docMk/>
            <pc:sldMk cId="2596323877" sldId="258"/>
            <ac:spMk id="16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2:11.338" v="17" actId="26606"/>
          <ac:spMkLst>
            <pc:docMk/>
            <pc:sldMk cId="2596323877" sldId="258"/>
            <ac:spMk id="25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4:52.609" v="50" actId="26606"/>
          <ac:spMkLst>
            <pc:docMk/>
            <pc:sldMk cId="2596323877" sldId="258"/>
            <ac:spMk id="31" creationId="{F68B2C62-7648-4430-90D5-AE0F252AF113}"/>
          </ac:spMkLst>
        </pc:spChg>
        <pc:spChg chg="add del">
          <ac:chgData name="Elberth NDOUNOU YINDAS" userId="e73f2e09a5d57f28" providerId="LiveId" clId="{C952E072-372D-47E2-9CF1-0D9539905CB2}" dt="2026-05-11T10:24:52.588" v="49" actId="26606"/>
          <ac:spMkLst>
            <pc:docMk/>
            <pc:sldMk cId="2596323877" sldId="258"/>
            <ac:spMk id="38" creationId="{F68B2C62-7648-4430-90D5-AE0F252AF113}"/>
          </ac:spMkLst>
        </pc:spChg>
        <pc:spChg chg="add">
          <ac:chgData name="Elberth NDOUNOU YINDAS" userId="e73f2e09a5d57f28" providerId="LiveId" clId="{C952E072-372D-47E2-9CF1-0D9539905CB2}" dt="2026-05-11T10:24:52.609" v="50" actId="26606"/>
          <ac:spMkLst>
            <pc:docMk/>
            <pc:sldMk cId="2596323877" sldId="258"/>
            <ac:spMk id="44" creationId="{F68B2C62-7648-4430-90D5-AE0F252AF113}"/>
          </ac:spMkLst>
        </pc:spChg>
        <pc:graphicFrameChg chg="mod modGraphic">
          <ac:chgData name="Elberth NDOUNOU YINDAS" userId="e73f2e09a5d57f28" providerId="LiveId" clId="{C952E072-372D-47E2-9CF1-0D9539905CB2}" dt="2026-05-11T10:24:52.609" v="50" actId="26606"/>
          <ac:graphicFrameMkLst>
            <pc:docMk/>
            <pc:sldMk cId="2596323877" sldId="258"/>
            <ac:graphicFrameMk id="5" creationId="{02F70F20-345B-CB1B-CF19-82AE99B5931D}"/>
          </ac:graphicFrameMkLst>
        </pc:graphicFrameChg>
        <pc:cxnChg chg="del">
          <ac:chgData name="Elberth NDOUNOU YINDAS" userId="e73f2e09a5d57f28" providerId="LiveId" clId="{C952E072-372D-47E2-9CF1-0D9539905CB2}" dt="2026-05-11T10:21:41.826" v="14" actId="26606"/>
          <ac:cxnSpMkLst>
            <pc:docMk/>
            <pc:sldMk cId="2596323877" sldId="258"/>
            <ac:cxnSpMk id="11" creationId="{9BB96FAB-CCBF-4D1E-9D0D-B038ACC29BD0}"/>
          </ac:cxnSpMkLst>
        </pc:cxnChg>
        <pc:cxnChg chg="add del">
          <ac:chgData name="Elberth NDOUNOU YINDAS" userId="e73f2e09a5d57f28" providerId="LiveId" clId="{C952E072-372D-47E2-9CF1-0D9539905CB2}" dt="2026-05-11T10:22:11.347" v="18" actId="26606"/>
          <ac:cxnSpMkLst>
            <pc:docMk/>
            <pc:sldMk cId="2596323877" sldId="258"/>
            <ac:cxnSpMk id="18" creationId="{AAD0195E-7F27-4D06-9427-0C121D721A14}"/>
          </ac:cxnSpMkLst>
        </pc:cxnChg>
        <pc:cxnChg chg="add del">
          <ac:chgData name="Elberth NDOUNOU YINDAS" userId="e73f2e09a5d57f28" providerId="LiveId" clId="{C952E072-372D-47E2-9CF1-0D9539905CB2}" dt="2026-05-11T10:22:11.347" v="18" actId="26606"/>
          <ac:cxnSpMkLst>
            <pc:docMk/>
            <pc:sldMk cId="2596323877" sldId="258"/>
            <ac:cxnSpMk id="20" creationId="{9D74C2FC-3228-4FC1-B97B-87AD35508D91}"/>
          </ac:cxnSpMkLst>
        </pc:cxnChg>
        <pc:cxnChg chg="add del">
          <ac:chgData name="Elberth NDOUNOU YINDAS" userId="e73f2e09a5d57f28" providerId="LiveId" clId="{C952E072-372D-47E2-9CF1-0D9539905CB2}" dt="2026-05-11T10:22:11.338" v="17" actId="26606"/>
          <ac:cxnSpMkLst>
            <pc:docMk/>
            <pc:sldMk cId="2596323877" sldId="258"/>
            <ac:cxnSpMk id="27" creationId="{AAD0195E-7F27-4D06-9427-0C121D721A14}"/>
          </ac:cxnSpMkLst>
        </pc:cxnChg>
        <pc:cxnChg chg="add del">
          <ac:chgData name="Elberth NDOUNOU YINDAS" userId="e73f2e09a5d57f28" providerId="LiveId" clId="{C952E072-372D-47E2-9CF1-0D9539905CB2}" dt="2026-05-11T10:22:11.338" v="17" actId="26606"/>
          <ac:cxnSpMkLst>
            <pc:docMk/>
            <pc:sldMk cId="2596323877" sldId="258"/>
            <ac:cxnSpMk id="29" creationId="{9D74C2FC-3228-4FC1-B97B-87AD35508D91}"/>
          </ac:cxnSpMkLst>
        </pc:cxnChg>
        <pc:cxnChg chg="add del">
          <ac:chgData name="Elberth NDOUNOU YINDAS" userId="e73f2e09a5d57f28" providerId="LiveId" clId="{C952E072-372D-47E2-9CF1-0D9539905CB2}" dt="2026-05-11T10:24:52.609" v="50" actId="26606"/>
          <ac:cxnSpMkLst>
            <pc:docMk/>
            <pc:sldMk cId="2596323877" sldId="258"/>
            <ac:cxnSpMk id="32" creationId="{AAD0195E-7F27-4D06-9427-0C121D721A14}"/>
          </ac:cxnSpMkLst>
        </pc:cxnChg>
        <pc:cxnChg chg="add del">
          <ac:chgData name="Elberth NDOUNOU YINDAS" userId="e73f2e09a5d57f28" providerId="LiveId" clId="{C952E072-372D-47E2-9CF1-0D9539905CB2}" dt="2026-05-11T10:24:52.609" v="50" actId="26606"/>
          <ac:cxnSpMkLst>
            <pc:docMk/>
            <pc:sldMk cId="2596323877" sldId="258"/>
            <ac:cxnSpMk id="33" creationId="{9D74C2FC-3228-4FC1-B97B-87AD35508D91}"/>
          </ac:cxnSpMkLst>
        </pc:cxnChg>
        <pc:cxnChg chg="add del">
          <ac:chgData name="Elberth NDOUNOU YINDAS" userId="e73f2e09a5d57f28" providerId="LiveId" clId="{C952E072-372D-47E2-9CF1-0D9539905CB2}" dt="2026-05-11T10:24:52.588" v="49" actId="26606"/>
          <ac:cxnSpMkLst>
            <pc:docMk/>
            <pc:sldMk cId="2596323877" sldId="258"/>
            <ac:cxnSpMk id="40" creationId="{AAD0195E-7F27-4D06-9427-0C121D721A14}"/>
          </ac:cxnSpMkLst>
        </pc:cxnChg>
        <pc:cxnChg chg="add del">
          <ac:chgData name="Elberth NDOUNOU YINDAS" userId="e73f2e09a5d57f28" providerId="LiveId" clId="{C952E072-372D-47E2-9CF1-0D9539905CB2}" dt="2026-05-11T10:24:52.588" v="49" actId="26606"/>
          <ac:cxnSpMkLst>
            <pc:docMk/>
            <pc:sldMk cId="2596323877" sldId="258"/>
            <ac:cxnSpMk id="42" creationId="{9D74C2FC-3228-4FC1-B97B-87AD35508D91}"/>
          </ac:cxnSpMkLst>
        </pc:cxnChg>
        <pc:cxnChg chg="add">
          <ac:chgData name="Elberth NDOUNOU YINDAS" userId="e73f2e09a5d57f28" providerId="LiveId" clId="{C952E072-372D-47E2-9CF1-0D9539905CB2}" dt="2026-05-11T10:24:52.609" v="50" actId="26606"/>
          <ac:cxnSpMkLst>
            <pc:docMk/>
            <pc:sldMk cId="2596323877" sldId="258"/>
            <ac:cxnSpMk id="45" creationId="{AAD0195E-7F27-4D06-9427-0C121D721A14}"/>
          </ac:cxnSpMkLst>
        </pc:cxnChg>
        <pc:cxnChg chg="add">
          <ac:chgData name="Elberth NDOUNOU YINDAS" userId="e73f2e09a5d57f28" providerId="LiveId" clId="{C952E072-372D-47E2-9CF1-0D9539905CB2}" dt="2026-05-11T10:24:52.609" v="50" actId="26606"/>
          <ac:cxnSpMkLst>
            <pc:docMk/>
            <pc:sldMk cId="2596323877" sldId="258"/>
            <ac:cxnSpMk id="46" creationId="{9D74C2FC-3228-4FC1-B97B-87AD35508D91}"/>
          </ac:cxnSpMkLst>
        </pc:cxnChg>
      </pc:sldChg>
      <pc:sldChg chg="addSp delSp modSp mod setBg setClrOvrMap">
        <pc:chgData name="Elberth NDOUNOU YINDAS" userId="e73f2e09a5d57f28" providerId="LiveId" clId="{C952E072-372D-47E2-9CF1-0D9539905CB2}" dt="2026-05-11T10:41:02.740" v="110" actId="122"/>
        <pc:sldMkLst>
          <pc:docMk/>
          <pc:sldMk cId="648659515" sldId="259"/>
        </pc:sldMkLst>
        <pc:spChg chg="mod">
          <ac:chgData name="Elberth NDOUNOU YINDAS" userId="e73f2e09a5d57f28" providerId="LiveId" clId="{C952E072-372D-47E2-9CF1-0D9539905CB2}" dt="2026-05-11T10:41:02.740" v="110" actId="122"/>
          <ac:spMkLst>
            <pc:docMk/>
            <pc:sldMk cId="648659515" sldId="259"/>
            <ac:spMk id="2" creationId="{E7187B0D-BF2D-A366-AB1A-8153EAB41BF8}"/>
          </ac:spMkLst>
        </pc:spChg>
        <pc:spChg chg="add del">
          <ac:chgData name="Elberth NDOUNOU YINDAS" userId="e73f2e09a5d57f28" providerId="LiveId" clId="{C952E072-372D-47E2-9CF1-0D9539905CB2}" dt="2026-05-11T10:38:32.902" v="89" actId="26606"/>
          <ac:spMkLst>
            <pc:docMk/>
            <pc:sldMk cId="648659515" sldId="259"/>
            <ac:spMk id="14" creationId="{33E93247-6229-44AB-A550-739E971E690B}"/>
          </ac:spMkLst>
        </pc:spChg>
        <pc:spChg chg="add del">
          <ac:chgData name="Elberth NDOUNOU YINDAS" userId="e73f2e09a5d57f28" providerId="LiveId" clId="{C952E072-372D-47E2-9CF1-0D9539905CB2}" dt="2026-05-11T10:38:32.902" v="89" actId="26606"/>
          <ac:spMkLst>
            <pc:docMk/>
            <pc:sldMk cId="648659515" sldId="259"/>
            <ac:spMk id="16" creationId="{6BB6B482-ACCA-4938-8AEA-49D525C17221}"/>
          </ac:spMkLst>
        </pc:spChg>
        <pc:spChg chg="add del">
          <ac:chgData name="Elberth NDOUNOU YINDAS" userId="e73f2e09a5d57f28" providerId="LiveId" clId="{C952E072-372D-47E2-9CF1-0D9539905CB2}" dt="2026-05-11T10:38:32.902" v="89" actId="26606"/>
          <ac:spMkLst>
            <pc:docMk/>
            <pc:sldMk cId="648659515" sldId="259"/>
            <ac:spMk id="20" creationId="{612349FF-7742-42ED-ADF3-238B5DDD176C}"/>
          </ac:spMkLst>
        </pc:spChg>
        <pc:spChg chg="add del">
          <ac:chgData name="Elberth NDOUNOU YINDAS" userId="e73f2e09a5d57f28" providerId="LiveId" clId="{C952E072-372D-47E2-9CF1-0D9539905CB2}" dt="2026-05-11T10:38:34.846" v="91" actId="26606"/>
          <ac:spMkLst>
            <pc:docMk/>
            <pc:sldMk cId="648659515" sldId="259"/>
            <ac:spMk id="26" creationId="{33E93247-6229-44AB-A550-739E971E690B}"/>
          </ac:spMkLst>
        </pc:spChg>
        <pc:spChg chg="add del">
          <ac:chgData name="Elberth NDOUNOU YINDAS" userId="e73f2e09a5d57f28" providerId="LiveId" clId="{C952E072-372D-47E2-9CF1-0D9539905CB2}" dt="2026-05-11T10:38:38.871" v="93" actId="26606"/>
          <ac:spMkLst>
            <pc:docMk/>
            <pc:sldMk cId="648659515" sldId="259"/>
            <ac:spMk id="30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0:38:45.419" v="95" actId="26606"/>
          <ac:spMkLst>
            <pc:docMk/>
            <pc:sldMk cId="648659515" sldId="259"/>
            <ac:spMk id="36" creationId="{33E93247-6229-44AB-A550-739E971E690B}"/>
          </ac:spMkLst>
        </pc:spChg>
        <pc:spChg chg="add del">
          <ac:chgData name="Elberth NDOUNOU YINDAS" userId="e73f2e09a5d57f28" providerId="LiveId" clId="{C952E072-372D-47E2-9CF1-0D9539905CB2}" dt="2026-05-11T10:38:49.243" v="97" actId="26606"/>
          <ac:spMkLst>
            <pc:docMk/>
            <pc:sldMk cId="648659515" sldId="259"/>
            <ac:spMk id="42" creationId="{33E93247-6229-44AB-A550-739E971E690B}"/>
          </ac:spMkLst>
        </pc:spChg>
        <pc:spChg chg="add del">
          <ac:chgData name="Elberth NDOUNOU YINDAS" userId="e73f2e09a5d57f28" providerId="LiveId" clId="{C952E072-372D-47E2-9CF1-0D9539905CB2}" dt="2026-05-11T10:38:49.243" v="97" actId="26606"/>
          <ac:spMkLst>
            <pc:docMk/>
            <pc:sldMk cId="648659515" sldId="259"/>
            <ac:spMk id="43" creationId="{6BB6B482-ACCA-4938-8AEA-49D525C17221}"/>
          </ac:spMkLst>
        </pc:spChg>
        <pc:spChg chg="add del">
          <ac:chgData name="Elberth NDOUNOU YINDAS" userId="e73f2e09a5d57f28" providerId="LiveId" clId="{C952E072-372D-47E2-9CF1-0D9539905CB2}" dt="2026-05-11T10:38:49.243" v="97" actId="26606"/>
          <ac:spMkLst>
            <pc:docMk/>
            <pc:sldMk cId="648659515" sldId="259"/>
            <ac:spMk id="45" creationId="{612349FF-7742-42ED-ADF3-238B5DDD176C}"/>
          </ac:spMkLst>
        </pc:spChg>
        <pc:spChg chg="add del">
          <ac:chgData name="Elberth NDOUNOU YINDAS" userId="e73f2e09a5d57f28" providerId="LiveId" clId="{C952E072-372D-47E2-9CF1-0D9539905CB2}" dt="2026-05-11T10:38:57.607" v="99" actId="26606"/>
          <ac:spMkLst>
            <pc:docMk/>
            <pc:sldMk cId="648659515" sldId="259"/>
            <ac:spMk id="50" creationId="{33E93247-6229-44AB-A550-739E971E690B}"/>
          </ac:spMkLst>
        </pc:spChg>
        <pc:spChg chg="add del">
          <ac:chgData name="Elberth NDOUNOU YINDAS" userId="e73f2e09a5d57f28" providerId="LiveId" clId="{C952E072-372D-47E2-9CF1-0D9539905CB2}" dt="2026-05-11T10:38:58.804" v="101" actId="26606"/>
          <ac:spMkLst>
            <pc:docMk/>
            <pc:sldMk cId="648659515" sldId="259"/>
            <ac:spMk id="56" creationId="{33E93247-6229-44AB-A550-739E971E690B}"/>
          </ac:spMkLst>
        </pc:spChg>
        <pc:spChg chg="add del">
          <ac:chgData name="Elberth NDOUNOU YINDAS" userId="e73f2e09a5d57f28" providerId="LiveId" clId="{C952E072-372D-47E2-9CF1-0D9539905CB2}" dt="2026-05-11T10:38:58.804" v="101" actId="26606"/>
          <ac:spMkLst>
            <pc:docMk/>
            <pc:sldMk cId="648659515" sldId="259"/>
            <ac:spMk id="57" creationId="{6BB6B482-ACCA-4938-8AEA-49D525C17221}"/>
          </ac:spMkLst>
        </pc:spChg>
        <pc:spChg chg="add del">
          <ac:chgData name="Elberth NDOUNOU YINDAS" userId="e73f2e09a5d57f28" providerId="LiveId" clId="{C952E072-372D-47E2-9CF1-0D9539905CB2}" dt="2026-05-11T10:38:58.804" v="101" actId="26606"/>
          <ac:spMkLst>
            <pc:docMk/>
            <pc:sldMk cId="648659515" sldId="259"/>
            <ac:spMk id="59" creationId="{612349FF-7742-42ED-ADF3-238B5DDD176C}"/>
          </ac:spMkLst>
        </pc:spChg>
        <pc:spChg chg="add del">
          <ac:chgData name="Elberth NDOUNOU YINDAS" userId="e73f2e09a5d57f28" providerId="LiveId" clId="{C952E072-372D-47E2-9CF1-0D9539905CB2}" dt="2026-05-11T10:39:05.051" v="103" actId="26606"/>
          <ac:spMkLst>
            <pc:docMk/>
            <pc:sldMk cId="648659515" sldId="259"/>
            <ac:spMk id="64" creationId="{33E93247-6229-44AB-A550-739E971E690B}"/>
          </ac:spMkLst>
        </pc:spChg>
        <pc:spChg chg="add del">
          <ac:chgData name="Elberth NDOUNOU YINDAS" userId="e73f2e09a5d57f28" providerId="LiveId" clId="{C952E072-372D-47E2-9CF1-0D9539905CB2}" dt="2026-05-11T10:39:40.945" v="107" actId="26606"/>
          <ac:spMkLst>
            <pc:docMk/>
            <pc:sldMk cId="648659515" sldId="259"/>
            <ac:spMk id="68" creationId="{E49D7415-2F11-44C2-B6AA-13A25B6814B9}"/>
          </ac:spMkLst>
        </pc:spChg>
        <pc:spChg chg="add">
          <ac:chgData name="Elberth NDOUNOU YINDAS" userId="e73f2e09a5d57f28" providerId="LiveId" clId="{C952E072-372D-47E2-9CF1-0D9539905CB2}" dt="2026-05-11T10:39:40.945" v="107" actId="26606"/>
          <ac:spMkLst>
            <pc:docMk/>
            <pc:sldMk cId="648659515" sldId="259"/>
            <ac:spMk id="75" creationId="{E49D7415-2F11-44C2-B6AA-13A25B6814B9}"/>
          </ac:spMkLst>
        </pc:spChg>
        <pc:graphicFrameChg chg="mod modGraphic">
          <ac:chgData name="Elberth NDOUNOU YINDAS" userId="e73f2e09a5d57f28" providerId="LiveId" clId="{C952E072-372D-47E2-9CF1-0D9539905CB2}" dt="2026-05-11T10:39:51.156" v="108" actId="14100"/>
          <ac:graphicFrameMkLst>
            <pc:docMk/>
            <pc:sldMk cId="648659515" sldId="259"/>
            <ac:graphicFrameMk id="5" creationId="{BBB80CE4-ABEE-CE8C-ADE6-CBFEEC1049D8}"/>
          </ac:graphicFrameMkLst>
        </pc:graphicFrameChg>
        <pc:cxnChg chg="add del">
          <ac:chgData name="Elberth NDOUNOU YINDAS" userId="e73f2e09a5d57f28" providerId="LiveId" clId="{C952E072-372D-47E2-9CF1-0D9539905CB2}" dt="2026-05-11T10:38:32.902" v="89" actId="26606"/>
          <ac:cxnSpMkLst>
            <pc:docMk/>
            <pc:sldMk cId="648659515" sldId="259"/>
            <ac:cxnSpMk id="10" creationId="{F64F9B95-9045-48D2-B9F3-2927E98F54AA}"/>
          </ac:cxnSpMkLst>
        </pc:cxnChg>
        <pc:cxnChg chg="add del">
          <ac:chgData name="Elberth NDOUNOU YINDAS" userId="e73f2e09a5d57f28" providerId="LiveId" clId="{C952E072-372D-47E2-9CF1-0D9539905CB2}" dt="2026-05-11T10:38:32.902" v="89" actId="26606"/>
          <ac:cxnSpMkLst>
            <pc:docMk/>
            <pc:sldMk cId="648659515" sldId="259"/>
            <ac:cxnSpMk id="12" creationId="{085AA86F-6A4D-4BCB-A045-D992CDC2959B}"/>
          </ac:cxnSpMkLst>
        </pc:cxnChg>
        <pc:cxnChg chg="add del">
          <ac:chgData name="Elberth NDOUNOU YINDAS" userId="e73f2e09a5d57f28" providerId="LiveId" clId="{C952E072-372D-47E2-9CF1-0D9539905CB2}" dt="2026-05-11T10:38:32.902" v="89" actId="26606"/>
          <ac:cxnSpMkLst>
            <pc:docMk/>
            <pc:sldMk cId="648659515" sldId="259"/>
            <ac:cxnSpMk id="18" creationId="{EE2E603F-4A95-4FE8-BB06-211DFD75DBEF}"/>
          </ac:cxnSpMkLst>
        </pc:cxnChg>
        <pc:cxnChg chg="add del">
          <ac:chgData name="Elberth NDOUNOU YINDAS" userId="e73f2e09a5d57f28" providerId="LiveId" clId="{C952E072-372D-47E2-9CF1-0D9539905CB2}" dt="2026-05-11T10:38:32.902" v="89" actId="26606"/>
          <ac:cxnSpMkLst>
            <pc:docMk/>
            <pc:sldMk cId="648659515" sldId="259"/>
            <ac:cxnSpMk id="22" creationId="{2CF06E40-3ECB-4820-95B5-8A70B07D4B47}"/>
          </ac:cxnSpMkLst>
        </pc:cxnChg>
        <pc:cxnChg chg="add del">
          <ac:chgData name="Elberth NDOUNOU YINDAS" userId="e73f2e09a5d57f28" providerId="LiveId" clId="{C952E072-372D-47E2-9CF1-0D9539905CB2}" dt="2026-05-11T10:38:34.846" v="91" actId="26606"/>
          <ac:cxnSpMkLst>
            <pc:docMk/>
            <pc:sldMk cId="648659515" sldId="259"/>
            <ac:cxnSpMk id="24" creationId="{F64F9B95-9045-48D2-B9F3-2927E98F54AA}"/>
          </ac:cxnSpMkLst>
        </pc:cxnChg>
        <pc:cxnChg chg="add del">
          <ac:chgData name="Elberth NDOUNOU YINDAS" userId="e73f2e09a5d57f28" providerId="LiveId" clId="{C952E072-372D-47E2-9CF1-0D9539905CB2}" dt="2026-05-11T10:38:34.846" v="91" actId="26606"/>
          <ac:cxnSpMkLst>
            <pc:docMk/>
            <pc:sldMk cId="648659515" sldId="259"/>
            <ac:cxnSpMk id="25" creationId="{085AA86F-6A4D-4BCB-A045-D992CDC2959B}"/>
          </ac:cxnSpMkLst>
        </pc:cxnChg>
        <pc:cxnChg chg="add del">
          <ac:chgData name="Elberth NDOUNOU YINDAS" userId="e73f2e09a5d57f28" providerId="LiveId" clId="{C952E072-372D-47E2-9CF1-0D9539905CB2}" dt="2026-05-11T10:38:34.846" v="91" actId="26606"/>
          <ac:cxnSpMkLst>
            <pc:docMk/>
            <pc:sldMk cId="648659515" sldId="259"/>
            <ac:cxnSpMk id="27" creationId="{EE2E603F-4A95-4FE8-BB06-211DFD75DBEF}"/>
          </ac:cxnSpMkLst>
        </pc:cxnChg>
        <pc:cxnChg chg="add del">
          <ac:chgData name="Elberth NDOUNOU YINDAS" userId="e73f2e09a5d57f28" providerId="LiveId" clId="{C952E072-372D-47E2-9CF1-0D9539905CB2}" dt="2026-05-11T10:38:34.846" v="91" actId="26606"/>
          <ac:cxnSpMkLst>
            <pc:docMk/>
            <pc:sldMk cId="648659515" sldId="259"/>
            <ac:cxnSpMk id="28" creationId="{D7CC41EB-2D81-4303-9171-6401B388BA35}"/>
          </ac:cxnSpMkLst>
        </pc:cxnChg>
        <pc:cxnChg chg="add del">
          <ac:chgData name="Elberth NDOUNOU YINDAS" userId="e73f2e09a5d57f28" providerId="LiveId" clId="{C952E072-372D-47E2-9CF1-0D9539905CB2}" dt="2026-05-11T10:38:38.871" v="93" actId="26606"/>
          <ac:cxnSpMkLst>
            <pc:docMk/>
            <pc:sldMk cId="648659515" sldId="259"/>
            <ac:cxnSpMk id="31" creationId="{D2E57F3D-33BE-4306-87E6-245763719516}"/>
          </ac:cxnSpMkLst>
        </pc:cxnChg>
        <pc:cxnChg chg="add del">
          <ac:chgData name="Elberth NDOUNOU YINDAS" userId="e73f2e09a5d57f28" providerId="LiveId" clId="{C952E072-372D-47E2-9CF1-0D9539905CB2}" dt="2026-05-11T10:38:38.871" v="93" actId="26606"/>
          <ac:cxnSpMkLst>
            <pc:docMk/>
            <pc:sldMk cId="648659515" sldId="259"/>
            <ac:cxnSpMk id="32" creationId="{CBA3C59D-8641-484F-A35C-361AD7E1553B}"/>
          </ac:cxnSpMkLst>
        </pc:cxnChg>
        <pc:cxnChg chg="add del">
          <ac:chgData name="Elberth NDOUNOU YINDAS" userId="e73f2e09a5d57f28" providerId="LiveId" clId="{C952E072-372D-47E2-9CF1-0D9539905CB2}" dt="2026-05-11T10:38:45.419" v="95" actId="26606"/>
          <ac:cxnSpMkLst>
            <pc:docMk/>
            <pc:sldMk cId="648659515" sldId="259"/>
            <ac:cxnSpMk id="34" creationId="{F64F9B95-9045-48D2-B9F3-2927E98F54AA}"/>
          </ac:cxnSpMkLst>
        </pc:cxnChg>
        <pc:cxnChg chg="add del">
          <ac:chgData name="Elberth NDOUNOU YINDAS" userId="e73f2e09a5d57f28" providerId="LiveId" clId="{C952E072-372D-47E2-9CF1-0D9539905CB2}" dt="2026-05-11T10:38:45.419" v="95" actId="26606"/>
          <ac:cxnSpMkLst>
            <pc:docMk/>
            <pc:sldMk cId="648659515" sldId="259"/>
            <ac:cxnSpMk id="35" creationId="{085AA86F-6A4D-4BCB-A045-D992CDC2959B}"/>
          </ac:cxnSpMkLst>
        </pc:cxnChg>
        <pc:cxnChg chg="add del">
          <ac:chgData name="Elberth NDOUNOU YINDAS" userId="e73f2e09a5d57f28" providerId="LiveId" clId="{C952E072-372D-47E2-9CF1-0D9539905CB2}" dt="2026-05-11T10:38:45.419" v="95" actId="26606"/>
          <ac:cxnSpMkLst>
            <pc:docMk/>
            <pc:sldMk cId="648659515" sldId="259"/>
            <ac:cxnSpMk id="37" creationId="{EE2E603F-4A95-4FE8-BB06-211DFD75DBEF}"/>
          </ac:cxnSpMkLst>
        </pc:cxnChg>
        <pc:cxnChg chg="add del">
          <ac:chgData name="Elberth NDOUNOU YINDAS" userId="e73f2e09a5d57f28" providerId="LiveId" clId="{C952E072-372D-47E2-9CF1-0D9539905CB2}" dt="2026-05-11T10:38:45.419" v="95" actId="26606"/>
          <ac:cxnSpMkLst>
            <pc:docMk/>
            <pc:sldMk cId="648659515" sldId="259"/>
            <ac:cxnSpMk id="38" creationId="{D7CC41EB-2D81-4303-9171-6401B388BA35}"/>
          </ac:cxnSpMkLst>
        </pc:cxnChg>
        <pc:cxnChg chg="add del">
          <ac:chgData name="Elberth NDOUNOU YINDAS" userId="e73f2e09a5d57f28" providerId="LiveId" clId="{C952E072-372D-47E2-9CF1-0D9539905CB2}" dt="2026-05-11T10:38:49.243" v="97" actId="26606"/>
          <ac:cxnSpMkLst>
            <pc:docMk/>
            <pc:sldMk cId="648659515" sldId="259"/>
            <ac:cxnSpMk id="40" creationId="{F64F9B95-9045-48D2-B9F3-2927E98F54AA}"/>
          </ac:cxnSpMkLst>
        </pc:cxnChg>
        <pc:cxnChg chg="add del">
          <ac:chgData name="Elberth NDOUNOU YINDAS" userId="e73f2e09a5d57f28" providerId="LiveId" clId="{C952E072-372D-47E2-9CF1-0D9539905CB2}" dt="2026-05-11T10:38:49.243" v="97" actId="26606"/>
          <ac:cxnSpMkLst>
            <pc:docMk/>
            <pc:sldMk cId="648659515" sldId="259"/>
            <ac:cxnSpMk id="41" creationId="{085AA86F-6A4D-4BCB-A045-D992CDC2959B}"/>
          </ac:cxnSpMkLst>
        </pc:cxnChg>
        <pc:cxnChg chg="add del">
          <ac:chgData name="Elberth NDOUNOU YINDAS" userId="e73f2e09a5d57f28" providerId="LiveId" clId="{C952E072-372D-47E2-9CF1-0D9539905CB2}" dt="2026-05-11T10:38:49.243" v="97" actId="26606"/>
          <ac:cxnSpMkLst>
            <pc:docMk/>
            <pc:sldMk cId="648659515" sldId="259"/>
            <ac:cxnSpMk id="44" creationId="{EE2E603F-4A95-4FE8-BB06-211DFD75DBEF}"/>
          </ac:cxnSpMkLst>
        </pc:cxnChg>
        <pc:cxnChg chg="add del">
          <ac:chgData name="Elberth NDOUNOU YINDAS" userId="e73f2e09a5d57f28" providerId="LiveId" clId="{C952E072-372D-47E2-9CF1-0D9539905CB2}" dt="2026-05-11T10:38:49.243" v="97" actId="26606"/>
          <ac:cxnSpMkLst>
            <pc:docMk/>
            <pc:sldMk cId="648659515" sldId="259"/>
            <ac:cxnSpMk id="46" creationId="{2CF06E40-3ECB-4820-95B5-8A70B07D4B47}"/>
          </ac:cxnSpMkLst>
        </pc:cxnChg>
        <pc:cxnChg chg="add del">
          <ac:chgData name="Elberth NDOUNOU YINDAS" userId="e73f2e09a5d57f28" providerId="LiveId" clId="{C952E072-372D-47E2-9CF1-0D9539905CB2}" dt="2026-05-11T10:38:57.607" v="99" actId="26606"/>
          <ac:cxnSpMkLst>
            <pc:docMk/>
            <pc:sldMk cId="648659515" sldId="259"/>
            <ac:cxnSpMk id="48" creationId="{F64F9B95-9045-48D2-B9F3-2927E98F54AA}"/>
          </ac:cxnSpMkLst>
        </pc:cxnChg>
        <pc:cxnChg chg="add del">
          <ac:chgData name="Elberth NDOUNOU YINDAS" userId="e73f2e09a5d57f28" providerId="LiveId" clId="{C952E072-372D-47E2-9CF1-0D9539905CB2}" dt="2026-05-11T10:38:57.607" v="99" actId="26606"/>
          <ac:cxnSpMkLst>
            <pc:docMk/>
            <pc:sldMk cId="648659515" sldId="259"/>
            <ac:cxnSpMk id="49" creationId="{085AA86F-6A4D-4BCB-A045-D992CDC2959B}"/>
          </ac:cxnSpMkLst>
        </pc:cxnChg>
        <pc:cxnChg chg="add del">
          <ac:chgData name="Elberth NDOUNOU YINDAS" userId="e73f2e09a5d57f28" providerId="LiveId" clId="{C952E072-372D-47E2-9CF1-0D9539905CB2}" dt="2026-05-11T10:38:57.607" v="99" actId="26606"/>
          <ac:cxnSpMkLst>
            <pc:docMk/>
            <pc:sldMk cId="648659515" sldId="259"/>
            <ac:cxnSpMk id="51" creationId="{EE2E603F-4A95-4FE8-BB06-211DFD75DBEF}"/>
          </ac:cxnSpMkLst>
        </pc:cxnChg>
        <pc:cxnChg chg="add del">
          <ac:chgData name="Elberth NDOUNOU YINDAS" userId="e73f2e09a5d57f28" providerId="LiveId" clId="{C952E072-372D-47E2-9CF1-0D9539905CB2}" dt="2026-05-11T10:38:57.607" v="99" actId="26606"/>
          <ac:cxnSpMkLst>
            <pc:docMk/>
            <pc:sldMk cId="648659515" sldId="259"/>
            <ac:cxnSpMk id="52" creationId="{D7CC41EB-2D81-4303-9171-6401B388BA35}"/>
          </ac:cxnSpMkLst>
        </pc:cxnChg>
        <pc:cxnChg chg="add del">
          <ac:chgData name="Elberth NDOUNOU YINDAS" userId="e73f2e09a5d57f28" providerId="LiveId" clId="{C952E072-372D-47E2-9CF1-0D9539905CB2}" dt="2026-05-11T10:38:58.804" v="101" actId="26606"/>
          <ac:cxnSpMkLst>
            <pc:docMk/>
            <pc:sldMk cId="648659515" sldId="259"/>
            <ac:cxnSpMk id="54" creationId="{F64F9B95-9045-48D2-B9F3-2927E98F54AA}"/>
          </ac:cxnSpMkLst>
        </pc:cxnChg>
        <pc:cxnChg chg="add del">
          <ac:chgData name="Elberth NDOUNOU YINDAS" userId="e73f2e09a5d57f28" providerId="LiveId" clId="{C952E072-372D-47E2-9CF1-0D9539905CB2}" dt="2026-05-11T10:38:58.804" v="101" actId="26606"/>
          <ac:cxnSpMkLst>
            <pc:docMk/>
            <pc:sldMk cId="648659515" sldId="259"/>
            <ac:cxnSpMk id="55" creationId="{085AA86F-6A4D-4BCB-A045-D992CDC2959B}"/>
          </ac:cxnSpMkLst>
        </pc:cxnChg>
        <pc:cxnChg chg="add del">
          <ac:chgData name="Elberth NDOUNOU YINDAS" userId="e73f2e09a5d57f28" providerId="LiveId" clId="{C952E072-372D-47E2-9CF1-0D9539905CB2}" dt="2026-05-11T10:38:58.804" v="101" actId="26606"/>
          <ac:cxnSpMkLst>
            <pc:docMk/>
            <pc:sldMk cId="648659515" sldId="259"/>
            <ac:cxnSpMk id="58" creationId="{EE2E603F-4A95-4FE8-BB06-211DFD75DBEF}"/>
          </ac:cxnSpMkLst>
        </pc:cxnChg>
        <pc:cxnChg chg="add del">
          <ac:chgData name="Elberth NDOUNOU YINDAS" userId="e73f2e09a5d57f28" providerId="LiveId" clId="{C952E072-372D-47E2-9CF1-0D9539905CB2}" dt="2026-05-11T10:38:58.804" v="101" actId="26606"/>
          <ac:cxnSpMkLst>
            <pc:docMk/>
            <pc:sldMk cId="648659515" sldId="259"/>
            <ac:cxnSpMk id="60" creationId="{2CF06E40-3ECB-4820-95B5-8A70B07D4B47}"/>
          </ac:cxnSpMkLst>
        </pc:cxnChg>
        <pc:cxnChg chg="add del">
          <ac:chgData name="Elberth NDOUNOU YINDAS" userId="e73f2e09a5d57f28" providerId="LiveId" clId="{C952E072-372D-47E2-9CF1-0D9539905CB2}" dt="2026-05-11T10:39:05.051" v="103" actId="26606"/>
          <ac:cxnSpMkLst>
            <pc:docMk/>
            <pc:sldMk cId="648659515" sldId="259"/>
            <ac:cxnSpMk id="62" creationId="{F64F9B95-9045-48D2-B9F3-2927E98F54AA}"/>
          </ac:cxnSpMkLst>
        </pc:cxnChg>
        <pc:cxnChg chg="add del">
          <ac:chgData name="Elberth NDOUNOU YINDAS" userId="e73f2e09a5d57f28" providerId="LiveId" clId="{C952E072-372D-47E2-9CF1-0D9539905CB2}" dt="2026-05-11T10:39:05.051" v="103" actId="26606"/>
          <ac:cxnSpMkLst>
            <pc:docMk/>
            <pc:sldMk cId="648659515" sldId="259"/>
            <ac:cxnSpMk id="63" creationId="{085AA86F-6A4D-4BCB-A045-D992CDC2959B}"/>
          </ac:cxnSpMkLst>
        </pc:cxnChg>
        <pc:cxnChg chg="add del">
          <ac:chgData name="Elberth NDOUNOU YINDAS" userId="e73f2e09a5d57f28" providerId="LiveId" clId="{C952E072-372D-47E2-9CF1-0D9539905CB2}" dt="2026-05-11T10:39:05.051" v="103" actId="26606"/>
          <ac:cxnSpMkLst>
            <pc:docMk/>
            <pc:sldMk cId="648659515" sldId="259"/>
            <ac:cxnSpMk id="65" creationId="{EE2E603F-4A95-4FE8-BB06-211DFD75DBEF}"/>
          </ac:cxnSpMkLst>
        </pc:cxnChg>
        <pc:cxnChg chg="add del">
          <ac:chgData name="Elberth NDOUNOU YINDAS" userId="e73f2e09a5d57f28" providerId="LiveId" clId="{C952E072-372D-47E2-9CF1-0D9539905CB2}" dt="2026-05-11T10:39:05.051" v="103" actId="26606"/>
          <ac:cxnSpMkLst>
            <pc:docMk/>
            <pc:sldMk cId="648659515" sldId="259"/>
            <ac:cxnSpMk id="66" creationId="{D7CC41EB-2D81-4303-9171-6401B388BA35}"/>
          </ac:cxnSpMkLst>
        </pc:cxnChg>
        <pc:cxnChg chg="add del">
          <ac:chgData name="Elberth NDOUNOU YINDAS" userId="e73f2e09a5d57f28" providerId="LiveId" clId="{C952E072-372D-47E2-9CF1-0D9539905CB2}" dt="2026-05-11T10:39:40.945" v="107" actId="26606"/>
          <ac:cxnSpMkLst>
            <pc:docMk/>
            <pc:sldMk cId="648659515" sldId="259"/>
            <ac:cxnSpMk id="69" creationId="{D2E57F3D-33BE-4306-87E6-245763719516}"/>
          </ac:cxnSpMkLst>
        </pc:cxnChg>
        <pc:cxnChg chg="add del">
          <ac:chgData name="Elberth NDOUNOU YINDAS" userId="e73f2e09a5d57f28" providerId="LiveId" clId="{C952E072-372D-47E2-9CF1-0D9539905CB2}" dt="2026-05-11T10:39:40.945" v="107" actId="26606"/>
          <ac:cxnSpMkLst>
            <pc:docMk/>
            <pc:sldMk cId="648659515" sldId="259"/>
            <ac:cxnSpMk id="70" creationId="{CBA3C59D-8641-484F-A35C-361AD7E1553B}"/>
          </ac:cxnSpMkLst>
        </pc:cxnChg>
        <pc:cxnChg chg="add">
          <ac:chgData name="Elberth NDOUNOU YINDAS" userId="e73f2e09a5d57f28" providerId="LiveId" clId="{C952E072-372D-47E2-9CF1-0D9539905CB2}" dt="2026-05-11T10:39:40.945" v="107" actId="26606"/>
          <ac:cxnSpMkLst>
            <pc:docMk/>
            <pc:sldMk cId="648659515" sldId="259"/>
            <ac:cxnSpMk id="77" creationId="{D2E57F3D-33BE-4306-87E6-245763719516}"/>
          </ac:cxnSpMkLst>
        </pc:cxnChg>
        <pc:cxnChg chg="add">
          <ac:chgData name="Elberth NDOUNOU YINDAS" userId="e73f2e09a5d57f28" providerId="LiveId" clId="{C952E072-372D-47E2-9CF1-0D9539905CB2}" dt="2026-05-11T10:39:40.945" v="107" actId="26606"/>
          <ac:cxnSpMkLst>
            <pc:docMk/>
            <pc:sldMk cId="648659515" sldId="259"/>
            <ac:cxnSpMk id="79" creationId="{CBA3C59D-8641-484F-A35C-361AD7E1553B}"/>
          </ac:cxnSpMkLst>
        </pc:cxnChg>
      </pc:sldChg>
      <pc:sldChg chg="addSp delSp modSp mod setBg">
        <pc:chgData name="Elberth NDOUNOU YINDAS" userId="e73f2e09a5d57f28" providerId="LiveId" clId="{C952E072-372D-47E2-9CF1-0D9539905CB2}" dt="2026-05-11T10:46:40.174" v="170" actId="14100"/>
        <pc:sldMkLst>
          <pc:docMk/>
          <pc:sldMk cId="1447560913" sldId="260"/>
        </pc:sldMkLst>
        <pc:spChg chg="mod">
          <ac:chgData name="Elberth NDOUNOU YINDAS" userId="e73f2e09a5d57f28" providerId="LiveId" clId="{C952E072-372D-47E2-9CF1-0D9539905CB2}" dt="2026-05-11T10:46:06.881" v="169" actId="27636"/>
          <ac:spMkLst>
            <pc:docMk/>
            <pc:sldMk cId="1447560913" sldId="260"/>
            <ac:spMk id="2" creationId="{8DCB3AB7-8841-94D0-EA41-C7DE9D855C4C}"/>
          </ac:spMkLst>
        </pc:spChg>
        <pc:spChg chg="mod ord">
          <ac:chgData name="Elberth NDOUNOU YINDAS" userId="e73f2e09a5d57f28" providerId="LiveId" clId="{C952E072-372D-47E2-9CF1-0D9539905CB2}" dt="2026-05-11T10:45:22.145" v="161" actId="26606"/>
          <ac:spMkLst>
            <pc:docMk/>
            <pc:sldMk cId="1447560913" sldId="260"/>
            <ac:spMk id="3" creationId="{DB1083DC-1DF9-2BA4-4026-E0811CA3D53B}"/>
          </ac:spMkLst>
        </pc:spChg>
        <pc:spChg chg="add del">
          <ac:chgData name="Elberth NDOUNOU YINDAS" userId="e73f2e09a5d57f28" providerId="LiveId" clId="{C952E072-372D-47E2-9CF1-0D9539905CB2}" dt="2026-05-11T10:45:22.145" v="161" actId="26606"/>
          <ac:spMkLst>
            <pc:docMk/>
            <pc:sldMk cId="1447560913" sldId="260"/>
            <ac:spMk id="10" creationId="{E49D7415-2F11-44C2-B6AA-13A25B6814B9}"/>
          </ac:spMkLst>
        </pc:spChg>
        <pc:spChg chg="add">
          <ac:chgData name="Elberth NDOUNOU YINDAS" userId="e73f2e09a5d57f28" providerId="LiveId" clId="{C952E072-372D-47E2-9CF1-0D9539905CB2}" dt="2026-05-11T10:45:22.145" v="161" actId="26606"/>
          <ac:spMkLst>
            <pc:docMk/>
            <pc:sldMk cId="1447560913" sldId="260"/>
            <ac:spMk id="19" creationId="{E49D7415-2F11-44C2-B6AA-13A25B6814B9}"/>
          </ac:spMkLst>
        </pc:spChg>
        <pc:picChg chg="add mod">
          <ac:chgData name="Elberth NDOUNOU YINDAS" userId="e73f2e09a5d57f28" providerId="LiveId" clId="{C952E072-372D-47E2-9CF1-0D9539905CB2}" dt="2026-05-11T10:46:40.174" v="170" actId="14100"/>
          <ac:picMkLst>
            <pc:docMk/>
            <pc:sldMk cId="1447560913" sldId="260"/>
            <ac:picMk id="5" creationId="{667A2FA8-9459-4145-323C-5B1A86129CE5}"/>
          </ac:picMkLst>
        </pc:picChg>
        <pc:cxnChg chg="add del">
          <ac:chgData name="Elberth NDOUNOU YINDAS" userId="e73f2e09a5d57f28" providerId="LiveId" clId="{C952E072-372D-47E2-9CF1-0D9539905CB2}" dt="2026-05-11T10:45:22.145" v="161" actId="26606"/>
          <ac:cxnSpMkLst>
            <pc:docMk/>
            <pc:sldMk cId="1447560913" sldId="260"/>
            <ac:cxnSpMk id="12" creationId="{A7C10D4C-8DED-200E-3237-3345F3F2A188}"/>
          </ac:cxnSpMkLst>
        </pc:cxnChg>
        <pc:cxnChg chg="add del">
          <ac:chgData name="Elberth NDOUNOU YINDAS" userId="e73f2e09a5d57f28" providerId="LiveId" clId="{C952E072-372D-47E2-9CF1-0D9539905CB2}" dt="2026-05-11T10:45:22.145" v="161" actId="26606"/>
          <ac:cxnSpMkLst>
            <pc:docMk/>
            <pc:sldMk cId="1447560913" sldId="260"/>
            <ac:cxnSpMk id="14" creationId="{E8F7F80F-9EDD-0EEA-B6D7-E116EBA4FAD2}"/>
          </ac:cxnSpMkLst>
        </pc:cxnChg>
        <pc:cxnChg chg="add">
          <ac:chgData name="Elberth NDOUNOU YINDAS" userId="e73f2e09a5d57f28" providerId="LiveId" clId="{C952E072-372D-47E2-9CF1-0D9539905CB2}" dt="2026-05-11T10:45:22.145" v="161" actId="26606"/>
          <ac:cxnSpMkLst>
            <pc:docMk/>
            <pc:sldMk cId="1447560913" sldId="260"/>
            <ac:cxnSpMk id="21" creationId="{4E495065-8864-87FB-2BCC-254769963EA4}"/>
          </ac:cxnSpMkLst>
        </pc:cxnChg>
      </pc:sldChg>
      <pc:sldChg chg="addSp modSp mod setBg">
        <pc:chgData name="Elberth NDOUNOU YINDAS" userId="e73f2e09a5d57f28" providerId="LiveId" clId="{C952E072-372D-47E2-9CF1-0D9539905CB2}" dt="2026-05-11T10:49:36.465" v="178" actId="14100"/>
        <pc:sldMkLst>
          <pc:docMk/>
          <pc:sldMk cId="2897844902" sldId="261"/>
        </pc:sldMkLst>
        <pc:spChg chg="mod">
          <ac:chgData name="Elberth NDOUNOU YINDAS" userId="e73f2e09a5d57f28" providerId="LiveId" clId="{C952E072-372D-47E2-9CF1-0D9539905CB2}" dt="2026-05-11T10:49:09.259" v="174" actId="26606"/>
          <ac:spMkLst>
            <pc:docMk/>
            <pc:sldMk cId="2897844902" sldId="261"/>
            <ac:spMk id="2" creationId="{EAD90196-8ED8-CA68-FB9B-6DD94FD1E124}"/>
          </ac:spMkLst>
        </pc:spChg>
        <pc:spChg chg="mod">
          <ac:chgData name="Elberth NDOUNOU YINDAS" userId="e73f2e09a5d57f28" providerId="LiveId" clId="{C952E072-372D-47E2-9CF1-0D9539905CB2}" dt="2026-05-11T10:49:09.259" v="174" actId="26606"/>
          <ac:spMkLst>
            <pc:docMk/>
            <pc:sldMk cId="2897844902" sldId="261"/>
            <ac:spMk id="3" creationId="{7DB6295E-79C0-F878-3EC8-7F7C0BB22EF7}"/>
          </ac:spMkLst>
        </pc:spChg>
        <pc:spChg chg="add">
          <ac:chgData name="Elberth NDOUNOU YINDAS" userId="e73f2e09a5d57f28" providerId="LiveId" clId="{C952E072-372D-47E2-9CF1-0D9539905CB2}" dt="2026-05-11T10:49:09.259" v="174" actId="26606"/>
          <ac:spMkLst>
            <pc:docMk/>
            <pc:sldMk cId="2897844902" sldId="261"/>
            <ac:spMk id="10" creationId="{E49D7415-2F11-44C2-B6AA-13A25B6814B9}"/>
          </ac:spMkLst>
        </pc:spChg>
        <pc:picChg chg="add mod">
          <ac:chgData name="Elberth NDOUNOU YINDAS" userId="e73f2e09a5d57f28" providerId="LiveId" clId="{C952E072-372D-47E2-9CF1-0D9539905CB2}" dt="2026-05-11T10:49:36.465" v="178" actId="14100"/>
          <ac:picMkLst>
            <pc:docMk/>
            <pc:sldMk cId="2897844902" sldId="261"/>
            <ac:picMk id="5" creationId="{0780A1BA-AE3F-5B1D-BAD5-5D26114D3153}"/>
          </ac:picMkLst>
        </pc:picChg>
        <pc:cxnChg chg="add">
          <ac:chgData name="Elberth NDOUNOU YINDAS" userId="e73f2e09a5d57f28" providerId="LiveId" clId="{C952E072-372D-47E2-9CF1-0D9539905CB2}" dt="2026-05-11T10:49:09.259" v="174" actId="26606"/>
          <ac:cxnSpMkLst>
            <pc:docMk/>
            <pc:sldMk cId="2897844902" sldId="261"/>
            <ac:cxnSpMk id="12" creationId="{A7C10D4C-8DED-200E-3237-3345F3F2A188}"/>
          </ac:cxnSpMkLst>
        </pc:cxnChg>
        <pc:cxnChg chg="add">
          <ac:chgData name="Elberth NDOUNOU YINDAS" userId="e73f2e09a5d57f28" providerId="LiveId" clId="{C952E072-372D-47E2-9CF1-0D9539905CB2}" dt="2026-05-11T10:49:09.259" v="174" actId="26606"/>
          <ac:cxnSpMkLst>
            <pc:docMk/>
            <pc:sldMk cId="2897844902" sldId="261"/>
            <ac:cxnSpMk id="14" creationId="{E8F7F80F-9EDD-0EEA-B6D7-E116EBA4FAD2}"/>
          </ac:cxnSpMkLst>
        </pc:cxnChg>
      </pc:sldChg>
      <pc:sldChg chg="addSp delSp modSp mod setBg">
        <pc:chgData name="Elberth NDOUNOU YINDAS" userId="e73f2e09a5d57f28" providerId="LiveId" clId="{C952E072-372D-47E2-9CF1-0D9539905CB2}" dt="2026-05-11T11:01:59.613" v="212" actId="14100"/>
        <pc:sldMkLst>
          <pc:docMk/>
          <pc:sldMk cId="867777245" sldId="262"/>
        </pc:sldMkLst>
        <pc:spChg chg="mod">
          <ac:chgData name="Elberth NDOUNOU YINDAS" userId="e73f2e09a5d57f28" providerId="LiveId" clId="{C952E072-372D-47E2-9CF1-0D9539905CB2}" dt="2026-05-11T11:01:42.852" v="210" actId="26606"/>
          <ac:spMkLst>
            <pc:docMk/>
            <pc:sldMk cId="867777245" sldId="262"/>
            <ac:spMk id="2" creationId="{78BE06AD-417B-8E8E-5236-75DFE98BB9DC}"/>
          </ac:spMkLst>
        </pc:spChg>
        <pc:spChg chg="mod ord">
          <ac:chgData name="Elberth NDOUNOU YINDAS" userId="e73f2e09a5d57f28" providerId="LiveId" clId="{C952E072-372D-47E2-9CF1-0D9539905CB2}" dt="2026-05-11T11:01:42.852" v="210" actId="26606"/>
          <ac:spMkLst>
            <pc:docMk/>
            <pc:sldMk cId="867777245" sldId="262"/>
            <ac:spMk id="3" creationId="{39E4D722-5F31-9403-37B7-3F2D9DCA3F39}"/>
          </ac:spMkLst>
        </pc:spChg>
        <pc:spChg chg="add del">
          <ac:chgData name="Elberth NDOUNOU YINDAS" userId="e73f2e09a5d57f28" providerId="LiveId" clId="{C952E072-372D-47E2-9CF1-0D9539905CB2}" dt="2026-05-11T11:01:42.852" v="210" actId="26606"/>
          <ac:spMkLst>
            <pc:docMk/>
            <pc:sldMk cId="867777245" sldId="262"/>
            <ac:spMk id="10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1:01:03.823" v="200" actId="26606"/>
          <ac:spMkLst>
            <pc:docMk/>
            <pc:sldMk cId="867777245" sldId="262"/>
            <ac:spMk id="19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1:01:29.488" v="206" actId="26606"/>
          <ac:spMkLst>
            <pc:docMk/>
            <pc:sldMk cId="867777245" sldId="262"/>
            <ac:spMk id="24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1:01:28.118" v="204" actId="26606"/>
          <ac:spMkLst>
            <pc:docMk/>
            <pc:sldMk cId="867777245" sldId="262"/>
            <ac:spMk id="30" creationId="{E49D7415-2F11-44C2-B6AA-13A25B6814B9}"/>
          </ac:spMkLst>
        </pc:spChg>
        <pc:picChg chg="add del mod">
          <ac:chgData name="Elberth NDOUNOU YINDAS" userId="e73f2e09a5d57f28" providerId="LiveId" clId="{C952E072-372D-47E2-9CF1-0D9539905CB2}" dt="2026-05-11T11:01:59.613" v="212" actId="14100"/>
          <ac:picMkLst>
            <pc:docMk/>
            <pc:sldMk cId="867777245" sldId="262"/>
            <ac:picMk id="5" creationId="{643D9477-58D7-BEB4-6296-95FFCDBB6A30}"/>
          </ac:picMkLst>
        </pc:picChg>
        <pc:cxnChg chg="add del">
          <ac:chgData name="Elberth NDOUNOU YINDAS" userId="e73f2e09a5d57f28" providerId="LiveId" clId="{C952E072-372D-47E2-9CF1-0D9539905CB2}" dt="2026-05-11T11:01:42.852" v="210" actId="26606"/>
          <ac:cxnSpMkLst>
            <pc:docMk/>
            <pc:sldMk cId="867777245" sldId="262"/>
            <ac:cxnSpMk id="12" creationId="{A7C10D4C-8DED-200E-3237-3345F3F2A188}"/>
          </ac:cxnSpMkLst>
        </pc:cxnChg>
        <pc:cxnChg chg="add del">
          <ac:chgData name="Elberth NDOUNOU YINDAS" userId="e73f2e09a5d57f28" providerId="LiveId" clId="{C952E072-372D-47E2-9CF1-0D9539905CB2}" dt="2026-05-11T11:01:42.852" v="210" actId="26606"/>
          <ac:cxnSpMkLst>
            <pc:docMk/>
            <pc:sldMk cId="867777245" sldId="262"/>
            <ac:cxnSpMk id="14" creationId="{E8F7F80F-9EDD-0EEA-B6D7-E116EBA4FAD2}"/>
          </ac:cxnSpMkLst>
        </pc:cxnChg>
        <pc:cxnChg chg="add del">
          <ac:chgData name="Elberth NDOUNOU YINDAS" userId="e73f2e09a5d57f28" providerId="LiveId" clId="{C952E072-372D-47E2-9CF1-0D9539905CB2}" dt="2026-05-11T11:01:03.823" v="200" actId="26606"/>
          <ac:cxnSpMkLst>
            <pc:docMk/>
            <pc:sldMk cId="867777245" sldId="262"/>
            <ac:cxnSpMk id="21" creationId="{40ADC89C-EB4E-4AA5-ABBD-448BEC5FA3C4}"/>
          </ac:cxnSpMkLst>
        </pc:cxnChg>
        <pc:cxnChg chg="add del">
          <ac:chgData name="Elberth NDOUNOU YINDAS" userId="e73f2e09a5d57f28" providerId="LiveId" clId="{C952E072-372D-47E2-9CF1-0D9539905CB2}" dt="2026-05-11T11:01:29.488" v="206" actId="26606"/>
          <ac:cxnSpMkLst>
            <pc:docMk/>
            <pc:sldMk cId="867777245" sldId="262"/>
            <ac:cxnSpMk id="23" creationId="{E8F7F80F-9EDD-0EEA-B6D7-E116EBA4FAD2}"/>
          </ac:cxnSpMkLst>
        </pc:cxnChg>
        <pc:cxnChg chg="add del">
          <ac:chgData name="Elberth NDOUNOU YINDAS" userId="e73f2e09a5d57f28" providerId="LiveId" clId="{C952E072-372D-47E2-9CF1-0D9539905CB2}" dt="2026-05-11T11:01:29.488" v="206" actId="26606"/>
          <ac:cxnSpMkLst>
            <pc:docMk/>
            <pc:sldMk cId="867777245" sldId="262"/>
            <ac:cxnSpMk id="25" creationId="{A7C10D4C-8DED-200E-3237-3345F3F2A188}"/>
          </ac:cxnSpMkLst>
        </pc:cxnChg>
        <pc:cxnChg chg="add del">
          <ac:chgData name="Elberth NDOUNOU YINDAS" userId="e73f2e09a5d57f28" providerId="LiveId" clId="{C952E072-372D-47E2-9CF1-0D9539905CB2}" dt="2026-05-11T11:01:28.118" v="204" actId="26606"/>
          <ac:cxnSpMkLst>
            <pc:docMk/>
            <pc:sldMk cId="867777245" sldId="262"/>
            <ac:cxnSpMk id="32" creationId="{40ADC89C-EB4E-4AA5-ABBD-448BEC5FA3C4}"/>
          </ac:cxnSpMkLst>
        </pc:cxnChg>
      </pc:sldChg>
      <pc:sldChg chg="addSp delSp modSp mod setBg">
        <pc:chgData name="Elberth NDOUNOU YINDAS" userId="e73f2e09a5d57f28" providerId="LiveId" clId="{C952E072-372D-47E2-9CF1-0D9539905CB2}" dt="2026-05-11T11:11:31.942" v="235" actId="14100"/>
        <pc:sldMkLst>
          <pc:docMk/>
          <pc:sldMk cId="2682017290" sldId="263"/>
        </pc:sldMkLst>
        <pc:spChg chg="mod">
          <ac:chgData name="Elberth NDOUNOU YINDAS" userId="e73f2e09a5d57f28" providerId="LiveId" clId="{C952E072-372D-47E2-9CF1-0D9539905CB2}" dt="2026-05-11T11:11:13.754" v="230" actId="26606"/>
          <ac:spMkLst>
            <pc:docMk/>
            <pc:sldMk cId="2682017290" sldId="263"/>
            <ac:spMk id="2" creationId="{4E56661A-DEB1-5ED4-0A3C-CC9EE2D72FDC}"/>
          </ac:spMkLst>
        </pc:spChg>
        <pc:spChg chg="mod">
          <ac:chgData name="Elberth NDOUNOU YINDAS" userId="e73f2e09a5d57f28" providerId="LiveId" clId="{C952E072-372D-47E2-9CF1-0D9539905CB2}" dt="2026-05-11T11:11:13.754" v="230" actId="26606"/>
          <ac:spMkLst>
            <pc:docMk/>
            <pc:sldMk cId="2682017290" sldId="263"/>
            <ac:spMk id="3" creationId="{AC31085E-C83E-DF83-6383-D8C6B97046F9}"/>
          </ac:spMkLst>
        </pc:spChg>
        <pc:spChg chg="add del">
          <ac:chgData name="Elberth NDOUNOU YINDAS" userId="e73f2e09a5d57f28" providerId="LiveId" clId="{C952E072-372D-47E2-9CF1-0D9539905CB2}" dt="2026-05-11T11:11:13.754" v="230" actId="26606"/>
          <ac:spMkLst>
            <pc:docMk/>
            <pc:sldMk cId="2682017290" sldId="263"/>
            <ac:spMk id="7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1:11:08.565" v="228" actId="26606"/>
          <ac:spMkLst>
            <pc:docMk/>
            <pc:sldMk cId="2682017290" sldId="263"/>
            <ac:spMk id="10" creationId="{E49D7415-2F11-44C2-B6AA-13A25B6814B9}"/>
          </ac:spMkLst>
        </pc:spChg>
        <pc:picChg chg="add mod">
          <ac:chgData name="Elberth NDOUNOU YINDAS" userId="e73f2e09a5d57f28" providerId="LiveId" clId="{C952E072-372D-47E2-9CF1-0D9539905CB2}" dt="2026-05-11T11:11:31.942" v="235" actId="14100"/>
          <ac:picMkLst>
            <pc:docMk/>
            <pc:sldMk cId="2682017290" sldId="263"/>
            <ac:picMk id="5" creationId="{59156CA8-5966-6766-2E82-A3238C2D7CC6}"/>
          </ac:picMkLst>
        </pc:picChg>
        <pc:cxnChg chg="add del">
          <ac:chgData name="Elberth NDOUNOU YINDAS" userId="e73f2e09a5d57f28" providerId="LiveId" clId="{C952E072-372D-47E2-9CF1-0D9539905CB2}" dt="2026-05-11T11:11:13.754" v="230" actId="26606"/>
          <ac:cxnSpMkLst>
            <pc:docMk/>
            <pc:sldMk cId="2682017290" sldId="263"/>
            <ac:cxnSpMk id="8" creationId="{A7C10D4C-8DED-200E-3237-3345F3F2A188}"/>
          </ac:cxnSpMkLst>
        </pc:cxnChg>
        <pc:cxnChg chg="add del">
          <ac:chgData name="Elberth NDOUNOU YINDAS" userId="e73f2e09a5d57f28" providerId="LiveId" clId="{C952E072-372D-47E2-9CF1-0D9539905CB2}" dt="2026-05-11T11:11:13.754" v="230" actId="26606"/>
          <ac:cxnSpMkLst>
            <pc:docMk/>
            <pc:sldMk cId="2682017290" sldId="263"/>
            <ac:cxnSpMk id="9" creationId="{E8F7F80F-9EDD-0EEA-B6D7-E116EBA4FAD2}"/>
          </ac:cxnSpMkLst>
        </pc:cxnChg>
        <pc:cxnChg chg="add del">
          <ac:chgData name="Elberth NDOUNOU YINDAS" userId="e73f2e09a5d57f28" providerId="LiveId" clId="{C952E072-372D-47E2-9CF1-0D9539905CB2}" dt="2026-05-11T11:11:08.565" v="228" actId="26606"/>
          <ac:cxnSpMkLst>
            <pc:docMk/>
            <pc:sldMk cId="2682017290" sldId="263"/>
            <ac:cxnSpMk id="12" creationId="{A7C10D4C-8DED-200E-3237-3345F3F2A188}"/>
          </ac:cxnSpMkLst>
        </pc:cxnChg>
        <pc:cxnChg chg="add del">
          <ac:chgData name="Elberth NDOUNOU YINDAS" userId="e73f2e09a5d57f28" providerId="LiveId" clId="{C952E072-372D-47E2-9CF1-0D9539905CB2}" dt="2026-05-11T11:11:08.565" v="228" actId="26606"/>
          <ac:cxnSpMkLst>
            <pc:docMk/>
            <pc:sldMk cId="2682017290" sldId="263"/>
            <ac:cxnSpMk id="14" creationId="{E8F7F80F-9EDD-0EEA-B6D7-E116EBA4FAD2}"/>
          </ac:cxnSpMkLst>
        </pc:cxnChg>
      </pc:sldChg>
      <pc:sldChg chg="addSp modSp mod">
        <pc:chgData name="Elberth NDOUNOU YINDAS" userId="e73f2e09a5d57f28" providerId="LiveId" clId="{C952E072-372D-47E2-9CF1-0D9539905CB2}" dt="2026-05-11T11:19:17.982" v="245" actId="14100"/>
        <pc:sldMkLst>
          <pc:docMk/>
          <pc:sldMk cId="4263551873" sldId="264"/>
        </pc:sldMkLst>
        <pc:spChg chg="mod">
          <ac:chgData name="Elberth NDOUNOU YINDAS" userId="e73f2e09a5d57f28" providerId="LiveId" clId="{C952E072-372D-47E2-9CF1-0D9539905CB2}" dt="2026-05-11T11:12:59.281" v="236" actId="14100"/>
          <ac:spMkLst>
            <pc:docMk/>
            <pc:sldMk cId="4263551873" sldId="264"/>
            <ac:spMk id="2" creationId="{F0FD61AB-5AD8-F674-A727-47E902580623}"/>
          </ac:spMkLst>
        </pc:spChg>
        <pc:spChg chg="mod">
          <ac:chgData name="Elberth NDOUNOU YINDAS" userId="e73f2e09a5d57f28" providerId="LiveId" clId="{C952E072-372D-47E2-9CF1-0D9539905CB2}" dt="2026-05-11T11:13:03.668" v="237" actId="14100"/>
          <ac:spMkLst>
            <pc:docMk/>
            <pc:sldMk cId="4263551873" sldId="264"/>
            <ac:spMk id="3" creationId="{5CC7FDBB-35B4-8017-1382-18587256F05D}"/>
          </ac:spMkLst>
        </pc:spChg>
        <pc:picChg chg="add mod">
          <ac:chgData name="Elberth NDOUNOU YINDAS" userId="e73f2e09a5d57f28" providerId="LiveId" clId="{C952E072-372D-47E2-9CF1-0D9539905CB2}" dt="2026-05-11T11:19:17.982" v="245" actId="14100"/>
          <ac:picMkLst>
            <pc:docMk/>
            <pc:sldMk cId="4263551873" sldId="264"/>
            <ac:picMk id="5" creationId="{1D35896B-CBEC-C9AC-EA79-A1035F4B8DE0}"/>
          </ac:picMkLst>
        </pc:picChg>
      </pc:sldChg>
      <pc:sldChg chg="addSp delSp modSp mod setBg">
        <pc:chgData name="Elberth NDOUNOU YINDAS" userId="e73f2e09a5d57f28" providerId="LiveId" clId="{C952E072-372D-47E2-9CF1-0D9539905CB2}" dt="2026-05-11T11:46:45.513" v="280" actId="14100"/>
        <pc:sldMkLst>
          <pc:docMk/>
          <pc:sldMk cId="2781028280" sldId="266"/>
        </pc:sldMkLst>
        <pc:spChg chg="mod">
          <ac:chgData name="Elberth NDOUNOU YINDAS" userId="e73f2e09a5d57f28" providerId="LiveId" clId="{C952E072-372D-47E2-9CF1-0D9539905CB2}" dt="2026-05-11T11:46:24.801" v="277" actId="26606"/>
          <ac:spMkLst>
            <pc:docMk/>
            <pc:sldMk cId="2781028280" sldId="266"/>
            <ac:spMk id="2" creationId="{96BEC47E-C640-989A-9A69-35B68750F6D8}"/>
          </ac:spMkLst>
        </pc:spChg>
        <pc:spChg chg="mod ord">
          <ac:chgData name="Elberth NDOUNOU YINDAS" userId="e73f2e09a5d57f28" providerId="LiveId" clId="{C952E072-372D-47E2-9CF1-0D9539905CB2}" dt="2026-05-11T11:46:24.801" v="277" actId="26606"/>
          <ac:spMkLst>
            <pc:docMk/>
            <pc:sldMk cId="2781028280" sldId="266"/>
            <ac:spMk id="3" creationId="{0168DC8B-C5B6-A242-406F-51590BD5FBB3}"/>
          </ac:spMkLst>
        </pc:spChg>
        <pc:spChg chg="add del">
          <ac:chgData name="Elberth NDOUNOU YINDAS" userId="e73f2e09a5d57f28" providerId="LiveId" clId="{C952E072-372D-47E2-9CF1-0D9539905CB2}" dt="2026-05-11T11:46:16.222" v="270" actId="26606"/>
          <ac:spMkLst>
            <pc:docMk/>
            <pc:sldMk cId="2781028280" sldId="266"/>
            <ac:spMk id="3079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1:46:17.888" v="272" actId="26606"/>
          <ac:spMkLst>
            <pc:docMk/>
            <pc:sldMk cId="2781028280" sldId="266"/>
            <ac:spMk id="3084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1:46:21.639" v="274" actId="26606"/>
          <ac:spMkLst>
            <pc:docMk/>
            <pc:sldMk cId="2781028280" sldId="266"/>
            <ac:spMk id="3087" creationId="{E49D7415-2F11-44C2-B6AA-13A25B6814B9}"/>
          </ac:spMkLst>
        </pc:spChg>
        <pc:spChg chg="add del">
          <ac:chgData name="Elberth NDOUNOU YINDAS" userId="e73f2e09a5d57f28" providerId="LiveId" clId="{C952E072-372D-47E2-9CF1-0D9539905CB2}" dt="2026-05-11T11:46:24.792" v="276" actId="26606"/>
          <ac:spMkLst>
            <pc:docMk/>
            <pc:sldMk cId="2781028280" sldId="266"/>
            <ac:spMk id="3091" creationId="{E49D7415-2F11-44C2-B6AA-13A25B6814B9}"/>
          </ac:spMkLst>
        </pc:spChg>
        <pc:spChg chg="add">
          <ac:chgData name="Elberth NDOUNOU YINDAS" userId="e73f2e09a5d57f28" providerId="LiveId" clId="{C952E072-372D-47E2-9CF1-0D9539905CB2}" dt="2026-05-11T11:46:24.801" v="277" actId="26606"/>
          <ac:spMkLst>
            <pc:docMk/>
            <pc:sldMk cId="2781028280" sldId="266"/>
            <ac:spMk id="3094" creationId="{E49D7415-2F11-44C2-B6AA-13A25B6814B9}"/>
          </ac:spMkLst>
        </pc:spChg>
        <pc:picChg chg="add mod">
          <ac:chgData name="Elberth NDOUNOU YINDAS" userId="e73f2e09a5d57f28" providerId="LiveId" clId="{C952E072-372D-47E2-9CF1-0D9539905CB2}" dt="2026-05-11T11:46:45.513" v="280" actId="14100"/>
          <ac:picMkLst>
            <pc:docMk/>
            <pc:sldMk cId="2781028280" sldId="266"/>
            <ac:picMk id="3074" creationId="{1F5DC7AE-23AE-3FA4-9515-C27A1A28371A}"/>
          </ac:picMkLst>
        </pc:picChg>
        <pc:cxnChg chg="add del">
          <ac:chgData name="Elberth NDOUNOU YINDAS" userId="e73f2e09a5d57f28" providerId="LiveId" clId="{C952E072-372D-47E2-9CF1-0D9539905CB2}" dt="2026-05-11T11:46:16.222" v="270" actId="26606"/>
          <ac:cxnSpMkLst>
            <pc:docMk/>
            <pc:sldMk cId="2781028280" sldId="266"/>
            <ac:cxnSpMk id="3081" creationId="{F2B951FD-94F7-E138-3EC2-A66A551D9137}"/>
          </ac:cxnSpMkLst>
        </pc:cxnChg>
        <pc:cxnChg chg="add del">
          <ac:chgData name="Elberth NDOUNOU YINDAS" userId="e73f2e09a5d57f28" providerId="LiveId" clId="{C952E072-372D-47E2-9CF1-0D9539905CB2}" dt="2026-05-11T11:46:17.888" v="272" actId="26606"/>
          <ac:cxnSpMkLst>
            <pc:docMk/>
            <pc:sldMk cId="2781028280" sldId="266"/>
            <ac:cxnSpMk id="3083" creationId="{B810270D-76A7-44B3-9746-7EDF5788602E}"/>
          </ac:cxnSpMkLst>
        </pc:cxnChg>
        <pc:cxnChg chg="add del">
          <ac:chgData name="Elberth NDOUNOU YINDAS" userId="e73f2e09a5d57f28" providerId="LiveId" clId="{C952E072-372D-47E2-9CF1-0D9539905CB2}" dt="2026-05-11T11:46:17.888" v="272" actId="26606"/>
          <ac:cxnSpMkLst>
            <pc:docMk/>
            <pc:sldMk cId="2781028280" sldId="266"/>
            <ac:cxnSpMk id="3085" creationId="{511FC409-B3C2-4F68-865C-C5333D6F2710}"/>
          </ac:cxnSpMkLst>
        </pc:cxnChg>
        <pc:cxnChg chg="add del">
          <ac:chgData name="Elberth NDOUNOU YINDAS" userId="e73f2e09a5d57f28" providerId="LiveId" clId="{C952E072-372D-47E2-9CF1-0D9539905CB2}" dt="2026-05-11T11:46:21.639" v="274" actId="26606"/>
          <ac:cxnSpMkLst>
            <pc:docMk/>
            <pc:sldMk cId="2781028280" sldId="266"/>
            <ac:cxnSpMk id="3088" creationId="{A7C10D4C-8DED-200E-3237-3345F3F2A188}"/>
          </ac:cxnSpMkLst>
        </pc:cxnChg>
        <pc:cxnChg chg="add del">
          <ac:chgData name="Elberth NDOUNOU YINDAS" userId="e73f2e09a5d57f28" providerId="LiveId" clId="{C952E072-372D-47E2-9CF1-0D9539905CB2}" dt="2026-05-11T11:46:21.639" v="274" actId="26606"/>
          <ac:cxnSpMkLst>
            <pc:docMk/>
            <pc:sldMk cId="2781028280" sldId="266"/>
            <ac:cxnSpMk id="3089" creationId="{E8F7F80F-9EDD-0EEA-B6D7-E116EBA4FAD2}"/>
          </ac:cxnSpMkLst>
        </pc:cxnChg>
        <pc:cxnChg chg="add del">
          <ac:chgData name="Elberth NDOUNOU YINDAS" userId="e73f2e09a5d57f28" providerId="LiveId" clId="{C952E072-372D-47E2-9CF1-0D9539905CB2}" dt="2026-05-11T11:46:24.792" v="276" actId="26606"/>
          <ac:cxnSpMkLst>
            <pc:docMk/>
            <pc:sldMk cId="2781028280" sldId="266"/>
            <ac:cxnSpMk id="3092" creationId="{D2E57F3D-33BE-4306-87E6-245763719516}"/>
          </ac:cxnSpMkLst>
        </pc:cxnChg>
        <pc:cxnChg chg="add">
          <ac:chgData name="Elberth NDOUNOU YINDAS" userId="e73f2e09a5d57f28" providerId="LiveId" clId="{C952E072-372D-47E2-9CF1-0D9539905CB2}" dt="2026-05-11T11:46:24.801" v="277" actId="26606"/>
          <ac:cxnSpMkLst>
            <pc:docMk/>
            <pc:sldMk cId="2781028280" sldId="266"/>
            <ac:cxnSpMk id="3095" creationId="{D2E57F3D-33BE-4306-87E6-245763719516}"/>
          </ac:cxnSpMkLst>
        </pc:cxnChg>
      </pc:sldChg>
      <pc:sldChg chg="modSp mod">
        <pc:chgData name="Elberth NDOUNOU YINDAS" userId="e73f2e09a5d57f28" providerId="LiveId" clId="{C952E072-372D-47E2-9CF1-0D9539905CB2}" dt="2026-05-11T12:13:21.916" v="308" actId="20577"/>
        <pc:sldMkLst>
          <pc:docMk/>
          <pc:sldMk cId="2357759183" sldId="268"/>
        </pc:sldMkLst>
        <pc:spChg chg="mod">
          <ac:chgData name="Elberth NDOUNOU YINDAS" userId="e73f2e09a5d57f28" providerId="LiveId" clId="{C952E072-372D-47E2-9CF1-0D9539905CB2}" dt="2026-05-11T12:13:21.916" v="308" actId="20577"/>
          <ac:spMkLst>
            <pc:docMk/>
            <pc:sldMk cId="2357759183" sldId="268"/>
            <ac:spMk id="3" creationId="{5B9469DF-471B-42F3-96E0-3D1B7E24C1E6}"/>
          </ac:spMkLst>
        </pc:spChg>
      </pc:sldChg>
      <pc:sldChg chg="addSp delSp modSp new mod">
        <pc:chgData name="Elberth NDOUNOU YINDAS" userId="e73f2e09a5d57f28" providerId="LiveId" clId="{C952E072-372D-47E2-9CF1-0D9539905CB2}" dt="2026-05-11T10:58:37.595" v="194" actId="14100"/>
        <pc:sldMkLst>
          <pc:docMk/>
          <pc:sldMk cId="2356219096" sldId="269"/>
        </pc:sldMkLst>
        <pc:spChg chg="add del">
          <ac:chgData name="Elberth NDOUNOU YINDAS" userId="e73f2e09a5d57f28" providerId="LiveId" clId="{C952E072-372D-47E2-9CF1-0D9539905CB2}" dt="2026-05-11T10:58:08.073" v="189"/>
          <ac:spMkLst>
            <pc:docMk/>
            <pc:sldMk cId="2356219096" sldId="269"/>
            <ac:spMk id="3" creationId="{CA73E6A0-C771-D9E6-8FA4-45D4D96298C3}"/>
          </ac:spMkLst>
        </pc:spChg>
        <pc:picChg chg="add del mod ord">
          <ac:chgData name="Elberth NDOUNOU YINDAS" userId="e73f2e09a5d57f28" providerId="LiveId" clId="{C952E072-372D-47E2-9CF1-0D9539905CB2}" dt="2026-05-11T10:56:31.450" v="184" actId="931"/>
          <ac:picMkLst>
            <pc:docMk/>
            <pc:sldMk cId="2356219096" sldId="269"/>
            <ac:picMk id="5" creationId="{BEAEB9F9-1ED6-0F18-85B7-241EEAFA0C3F}"/>
          </ac:picMkLst>
        </pc:picChg>
        <pc:picChg chg="add del mod ord">
          <ac:chgData name="Elberth NDOUNOU YINDAS" userId="e73f2e09a5d57f28" providerId="LiveId" clId="{C952E072-372D-47E2-9CF1-0D9539905CB2}" dt="2026-05-11T10:56:56.435" v="187" actId="931"/>
          <ac:picMkLst>
            <pc:docMk/>
            <pc:sldMk cId="2356219096" sldId="269"/>
            <ac:picMk id="7" creationId="{AEE067B0-32FA-5B3E-5401-9CB5673D929C}"/>
          </ac:picMkLst>
        </pc:picChg>
        <pc:picChg chg="add mod ord">
          <ac:chgData name="Elberth NDOUNOU YINDAS" userId="e73f2e09a5d57f28" providerId="LiveId" clId="{C952E072-372D-47E2-9CF1-0D9539905CB2}" dt="2026-05-11T10:58:37.595" v="194" actId="14100"/>
          <ac:picMkLst>
            <pc:docMk/>
            <pc:sldMk cId="2356219096" sldId="269"/>
            <ac:picMk id="9" creationId="{7D7E9BAF-7BBE-A99A-E590-25A8DC991B3B}"/>
          </ac:picMkLst>
        </pc:picChg>
      </pc:sldChg>
      <pc:sldChg chg="addSp delSp modSp new mod setBg">
        <pc:chgData name="Elberth NDOUNOU YINDAS" userId="e73f2e09a5d57f28" providerId="LiveId" clId="{C952E072-372D-47E2-9CF1-0D9539905CB2}" dt="2026-05-11T11:07:36.175" v="224" actId="14100"/>
        <pc:sldMkLst>
          <pc:docMk/>
          <pc:sldMk cId="3164550296" sldId="270"/>
        </pc:sldMkLst>
        <pc:spChg chg="mod">
          <ac:chgData name="Elberth NDOUNOU YINDAS" userId="e73f2e09a5d57f28" providerId="LiveId" clId="{C952E072-372D-47E2-9CF1-0D9539905CB2}" dt="2026-05-11T11:07:19.387" v="219" actId="26606"/>
          <ac:spMkLst>
            <pc:docMk/>
            <pc:sldMk cId="3164550296" sldId="270"/>
            <ac:spMk id="2" creationId="{923980FD-9AF0-85F6-4AF1-765B4A4E1911}"/>
          </ac:spMkLst>
        </pc:spChg>
        <pc:spChg chg="del">
          <ac:chgData name="Elberth NDOUNOU YINDAS" userId="e73f2e09a5d57f28" providerId="LiveId" clId="{C952E072-372D-47E2-9CF1-0D9539905CB2}" dt="2026-05-11T11:07:11.704" v="217"/>
          <ac:spMkLst>
            <pc:docMk/>
            <pc:sldMk cId="3164550296" sldId="270"/>
            <ac:spMk id="3" creationId="{6DA33E0E-198C-F4B7-997E-9347C5515A31}"/>
          </ac:spMkLst>
        </pc:spChg>
        <pc:spChg chg="add del">
          <ac:chgData name="Elberth NDOUNOU YINDAS" userId="e73f2e09a5d57f28" providerId="LiveId" clId="{C952E072-372D-47E2-9CF1-0D9539905CB2}" dt="2026-05-11T11:07:19.387" v="219" actId="26606"/>
          <ac:spMkLst>
            <pc:docMk/>
            <pc:sldMk cId="3164550296" sldId="270"/>
            <ac:spMk id="9" creationId="{63351114-2243-D448-4256-1A8A50E72E76}"/>
          </ac:spMkLst>
        </pc:spChg>
        <pc:spChg chg="add del">
          <ac:chgData name="Elberth NDOUNOU YINDAS" userId="e73f2e09a5d57f28" providerId="LiveId" clId="{C952E072-372D-47E2-9CF1-0D9539905CB2}" dt="2026-05-11T11:07:19.387" v="219" actId="26606"/>
          <ac:spMkLst>
            <pc:docMk/>
            <pc:sldMk cId="3164550296" sldId="270"/>
            <ac:spMk id="12" creationId="{E49D7415-2F11-44C2-B6AA-13A25B6814B9}"/>
          </ac:spMkLst>
        </pc:spChg>
        <pc:picChg chg="add mod ord">
          <ac:chgData name="Elberth NDOUNOU YINDAS" userId="e73f2e09a5d57f28" providerId="LiveId" clId="{C952E072-372D-47E2-9CF1-0D9539905CB2}" dt="2026-05-11T11:07:36.175" v="224" actId="14100"/>
          <ac:picMkLst>
            <pc:docMk/>
            <pc:sldMk cId="3164550296" sldId="270"/>
            <ac:picMk id="5" creationId="{2C9753E6-9BBF-77AA-F171-AD9AE27A32E0}"/>
          </ac:picMkLst>
        </pc:picChg>
        <pc:cxnChg chg="add del">
          <ac:chgData name="Elberth NDOUNOU YINDAS" userId="e73f2e09a5d57f28" providerId="LiveId" clId="{C952E072-372D-47E2-9CF1-0D9539905CB2}" dt="2026-05-11T11:07:19.387" v="219" actId="26606"/>
          <ac:cxnSpMkLst>
            <pc:docMk/>
            <pc:sldMk cId="3164550296" sldId="270"/>
            <ac:cxnSpMk id="14" creationId="{A7C10D4C-8DED-200E-3237-3345F3F2A188}"/>
          </ac:cxnSpMkLst>
        </pc:cxnChg>
        <pc:cxnChg chg="add del">
          <ac:chgData name="Elberth NDOUNOU YINDAS" userId="e73f2e09a5d57f28" providerId="LiveId" clId="{C952E072-372D-47E2-9CF1-0D9539905CB2}" dt="2026-05-11T11:07:19.387" v="219" actId="26606"/>
          <ac:cxnSpMkLst>
            <pc:docMk/>
            <pc:sldMk cId="3164550296" sldId="270"/>
            <ac:cxnSpMk id="16" creationId="{E8F7F80F-9EDD-0EEA-B6D7-E116EBA4FAD2}"/>
          </ac:cxnSpMkLst>
        </pc:cxnChg>
      </pc:sldChg>
      <pc:sldChg chg="addSp delSp modSp new del mod">
        <pc:chgData name="Elberth NDOUNOU YINDAS" userId="e73f2e09a5d57f28" providerId="LiveId" clId="{C952E072-372D-47E2-9CF1-0D9539905CB2}" dt="2026-05-11T11:29:50.086" v="254" actId="2696"/>
        <pc:sldMkLst>
          <pc:docMk/>
          <pc:sldMk cId="1124569143" sldId="271"/>
        </pc:sldMkLst>
        <pc:spChg chg="add del">
          <ac:chgData name="Elberth NDOUNOU YINDAS" userId="e73f2e09a5d57f28" providerId="LiveId" clId="{C952E072-372D-47E2-9CF1-0D9539905CB2}" dt="2026-05-11T11:29:20.536" v="252" actId="931"/>
          <ac:spMkLst>
            <pc:docMk/>
            <pc:sldMk cId="1124569143" sldId="271"/>
            <ac:spMk id="3" creationId="{4D1AE08B-13E6-385F-44C9-1F1AA3171966}"/>
          </ac:spMkLst>
        </pc:spChg>
        <pc:picChg chg="add del mod ord">
          <ac:chgData name="Elberth NDOUNOU YINDAS" userId="e73f2e09a5d57f28" providerId="LiveId" clId="{C952E072-372D-47E2-9CF1-0D9539905CB2}" dt="2026-05-11T11:29:10.626" v="249" actId="931"/>
          <ac:picMkLst>
            <pc:docMk/>
            <pc:sldMk cId="1124569143" sldId="271"/>
            <ac:picMk id="5" creationId="{66D5F247-0703-B08E-6B6F-6468E3DCED93}"/>
          </ac:picMkLst>
        </pc:picChg>
        <pc:picChg chg="add del mod ord">
          <ac:chgData name="Elberth NDOUNOU YINDAS" userId="e73f2e09a5d57f28" providerId="LiveId" clId="{C952E072-372D-47E2-9CF1-0D9539905CB2}" dt="2026-05-11T11:29:20.536" v="252" actId="931"/>
          <ac:picMkLst>
            <pc:docMk/>
            <pc:sldMk cId="1124569143" sldId="271"/>
            <ac:picMk id="7" creationId="{6E7DB1CE-6222-3A51-4AFA-BE34406B9D77}"/>
          </ac:picMkLst>
        </pc:picChg>
      </pc:sldChg>
      <pc:sldChg chg="addSp delSp modSp new mod">
        <pc:chgData name="Elberth NDOUNOU YINDAS" userId="e73f2e09a5d57f28" providerId="LiveId" clId="{C952E072-372D-47E2-9CF1-0D9539905CB2}" dt="2026-05-11T11:31:00.496" v="264" actId="14100"/>
        <pc:sldMkLst>
          <pc:docMk/>
          <pc:sldMk cId="1503662374" sldId="272"/>
        </pc:sldMkLst>
        <pc:picChg chg="add del mod">
          <ac:chgData name="Elberth NDOUNOU YINDAS" userId="e73f2e09a5d57f28" providerId="LiveId" clId="{C952E072-372D-47E2-9CF1-0D9539905CB2}" dt="2026-05-11T11:30:02.919" v="257" actId="931"/>
          <ac:picMkLst>
            <pc:docMk/>
            <pc:sldMk cId="1503662374" sldId="272"/>
            <ac:picMk id="3" creationId="{F5E8448B-16A2-7F28-D15E-81EA510EDF19}"/>
          </ac:picMkLst>
        </pc:picChg>
        <pc:picChg chg="add mod">
          <ac:chgData name="Elberth NDOUNOU YINDAS" userId="e73f2e09a5d57f28" providerId="LiveId" clId="{C952E072-372D-47E2-9CF1-0D9539905CB2}" dt="2026-05-11T11:31:00.496" v="264" actId="14100"/>
          <ac:picMkLst>
            <pc:docMk/>
            <pc:sldMk cId="1503662374" sldId="272"/>
            <ac:picMk id="5" creationId="{C3CD940B-8817-B981-3D2E-3B32540DDAB7}"/>
          </ac:picMkLst>
        </pc:picChg>
      </pc:sldChg>
      <pc:sldChg chg="addSp delSp modSp new mod setBg">
        <pc:chgData name="Elberth NDOUNOU YINDAS" userId="e73f2e09a5d57f28" providerId="LiveId" clId="{C952E072-372D-47E2-9CF1-0D9539905CB2}" dt="2026-05-11T13:52:26.333" v="336" actId="26606"/>
        <pc:sldMkLst>
          <pc:docMk/>
          <pc:sldMk cId="3244746262" sldId="273"/>
        </pc:sldMkLst>
        <pc:spChg chg="mod">
          <ac:chgData name="Elberth NDOUNOU YINDAS" userId="e73f2e09a5d57f28" providerId="LiveId" clId="{C952E072-372D-47E2-9CF1-0D9539905CB2}" dt="2026-05-11T13:52:26.333" v="336" actId="26606"/>
          <ac:spMkLst>
            <pc:docMk/>
            <pc:sldMk cId="3244746262" sldId="273"/>
            <ac:spMk id="2" creationId="{3CADA738-05A7-AF41-8D6F-4975B8BE70C1}"/>
          </ac:spMkLst>
        </pc:spChg>
        <pc:spChg chg="del mod">
          <ac:chgData name="Elberth NDOUNOU YINDAS" userId="e73f2e09a5d57f28" providerId="LiveId" clId="{C952E072-372D-47E2-9CF1-0D9539905CB2}" dt="2026-05-11T13:52:26.333" v="336" actId="26606"/>
          <ac:spMkLst>
            <pc:docMk/>
            <pc:sldMk cId="3244746262" sldId="273"/>
            <ac:spMk id="3" creationId="{20113F7E-C2C5-3BE2-7965-63F5C5CEBD40}"/>
          </ac:spMkLst>
        </pc:spChg>
        <pc:spChg chg="add">
          <ac:chgData name="Elberth NDOUNOU YINDAS" userId="e73f2e09a5d57f28" providerId="LiveId" clId="{C952E072-372D-47E2-9CF1-0D9539905CB2}" dt="2026-05-11T13:52:26.333" v="336" actId="26606"/>
          <ac:spMkLst>
            <pc:docMk/>
            <pc:sldMk cId="3244746262" sldId="273"/>
            <ac:spMk id="9" creationId="{F68B2C62-7648-4430-90D5-AE0F252AF113}"/>
          </ac:spMkLst>
        </pc:spChg>
        <pc:graphicFrameChg chg="add">
          <ac:chgData name="Elberth NDOUNOU YINDAS" userId="e73f2e09a5d57f28" providerId="LiveId" clId="{C952E072-372D-47E2-9CF1-0D9539905CB2}" dt="2026-05-11T13:52:26.333" v="336" actId="26606"/>
          <ac:graphicFrameMkLst>
            <pc:docMk/>
            <pc:sldMk cId="3244746262" sldId="273"/>
            <ac:graphicFrameMk id="5" creationId="{B891280E-30A1-EC3A-62B4-8AEBB0DC1E76}"/>
          </ac:graphicFrameMkLst>
        </pc:graphicFrameChg>
        <pc:cxnChg chg="add">
          <ac:chgData name="Elberth NDOUNOU YINDAS" userId="e73f2e09a5d57f28" providerId="LiveId" clId="{C952E072-372D-47E2-9CF1-0D9539905CB2}" dt="2026-05-11T13:52:26.333" v="336" actId="26606"/>
          <ac:cxnSpMkLst>
            <pc:docMk/>
            <pc:sldMk cId="3244746262" sldId="273"/>
            <ac:cxnSpMk id="11" creationId="{AAD0195E-7F27-4D06-9427-0C121D721A14}"/>
          </ac:cxnSpMkLst>
        </pc:cxnChg>
        <pc:cxnChg chg="add">
          <ac:chgData name="Elberth NDOUNOU YINDAS" userId="e73f2e09a5d57f28" providerId="LiveId" clId="{C952E072-372D-47E2-9CF1-0D9539905CB2}" dt="2026-05-11T13:52:26.333" v="336" actId="26606"/>
          <ac:cxnSpMkLst>
            <pc:docMk/>
            <pc:sldMk cId="3244746262" sldId="273"/>
            <ac:cxnSpMk id="13" creationId="{9D74C2FC-3228-4FC1-B97B-87AD35508D91}"/>
          </ac:cxnSpMkLst>
        </pc:cxn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5">
        <a:alpha val="0"/>
      </a:schemeClr>
    </dgm:fillClrLst>
    <dgm:linClrLst meth="repeat">
      <a:schemeClr val="accent5">
        <a:alpha val="0"/>
      </a:schemeClr>
    </dgm:linClrLst>
    <dgm:effectClrLst/>
    <dgm:txLinClrLst/>
    <dgm:txFillClrLst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36FB61-D7F0-4EA4-B98F-0CC2B63358F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BFF5C1E-A8B4-4EC0-9757-03C6F09039FC}">
      <dgm:prSet/>
      <dgm:spPr/>
      <dgm:t>
        <a:bodyPr/>
        <a:lstStyle/>
        <a:p>
          <a:r>
            <a:rPr lang="en-US" b="1"/>
            <a:t>Main Question: What drives wage inequality in Maryland?</a:t>
          </a:r>
          <a:endParaRPr lang="en-US"/>
        </a:p>
      </dgm:t>
    </dgm:pt>
    <dgm:pt modelId="{34DFD7CC-1353-4544-9292-8749455766C5}" type="parTrans" cxnId="{CD7F0F7F-04DA-44C8-BA13-4B4C0578E2E2}">
      <dgm:prSet/>
      <dgm:spPr/>
      <dgm:t>
        <a:bodyPr/>
        <a:lstStyle/>
        <a:p>
          <a:endParaRPr lang="en-US"/>
        </a:p>
      </dgm:t>
    </dgm:pt>
    <dgm:pt modelId="{041C8BC7-A592-4DC8-B0EF-F5DAC94E1B3A}" type="sibTrans" cxnId="{CD7F0F7F-04DA-44C8-BA13-4B4C0578E2E2}">
      <dgm:prSet/>
      <dgm:spPr/>
      <dgm:t>
        <a:bodyPr/>
        <a:lstStyle/>
        <a:p>
          <a:endParaRPr lang="en-US"/>
        </a:p>
      </dgm:t>
    </dgm:pt>
    <dgm:pt modelId="{28288B1C-5030-4A36-96F7-8913D1095FD4}">
      <dgm:prSet/>
      <dgm:spPr/>
      <dgm:t>
        <a:bodyPr/>
        <a:lstStyle/>
        <a:p>
          <a:r>
            <a:rPr lang="en-US" b="1"/>
            <a:t>Maryland is wealthy and highly educated</a:t>
          </a:r>
          <a:endParaRPr lang="en-US"/>
        </a:p>
      </dgm:t>
    </dgm:pt>
    <dgm:pt modelId="{88891465-4B20-4DC8-B206-3C099F255458}" type="parTrans" cxnId="{53B15E57-60C3-4077-B257-80FD365F2B40}">
      <dgm:prSet/>
      <dgm:spPr/>
      <dgm:t>
        <a:bodyPr/>
        <a:lstStyle/>
        <a:p>
          <a:endParaRPr lang="en-US"/>
        </a:p>
      </dgm:t>
    </dgm:pt>
    <dgm:pt modelId="{7DD47083-52E6-444F-8A4E-0C76202CE9FF}" type="sibTrans" cxnId="{53B15E57-60C3-4077-B257-80FD365F2B40}">
      <dgm:prSet/>
      <dgm:spPr/>
      <dgm:t>
        <a:bodyPr/>
        <a:lstStyle/>
        <a:p>
          <a:endParaRPr lang="en-US"/>
        </a:p>
      </dgm:t>
    </dgm:pt>
    <dgm:pt modelId="{03387F23-222F-4F82-9B2A-2C666D7850A2}">
      <dgm:prSet/>
      <dgm:spPr/>
      <dgm:t>
        <a:bodyPr/>
        <a:lstStyle/>
        <a:p>
          <a:r>
            <a:rPr lang="en-US" b="1"/>
            <a:t>But large wage gaps still exist</a:t>
          </a:r>
          <a:endParaRPr lang="en-US"/>
        </a:p>
      </dgm:t>
    </dgm:pt>
    <dgm:pt modelId="{B3982114-BA55-4481-827D-8E10CD55A57D}" type="parTrans" cxnId="{6D79486C-077A-48EE-8A1D-2F66FF7EEB4E}">
      <dgm:prSet/>
      <dgm:spPr/>
      <dgm:t>
        <a:bodyPr/>
        <a:lstStyle/>
        <a:p>
          <a:endParaRPr lang="en-US"/>
        </a:p>
      </dgm:t>
    </dgm:pt>
    <dgm:pt modelId="{92DE7F4B-292E-4280-A424-0D4F9F1D5FEF}" type="sibTrans" cxnId="{6D79486C-077A-48EE-8A1D-2F66FF7EEB4E}">
      <dgm:prSet/>
      <dgm:spPr/>
      <dgm:t>
        <a:bodyPr/>
        <a:lstStyle/>
        <a:p>
          <a:endParaRPr lang="en-US"/>
        </a:p>
      </dgm:t>
    </dgm:pt>
    <dgm:pt modelId="{D457BBBA-58E0-422C-BDD2-67676F3C152B}">
      <dgm:prSet/>
      <dgm:spPr/>
      <dgm:t>
        <a:bodyPr/>
        <a:lstStyle/>
        <a:p>
          <a:r>
            <a:rPr lang="en-US" b="1"/>
            <a:t>Goal: separate structural vs within‑job inequality</a:t>
          </a:r>
          <a:endParaRPr lang="en-US"/>
        </a:p>
      </dgm:t>
    </dgm:pt>
    <dgm:pt modelId="{A49E5661-BBE0-40CB-9F5F-D4257B0D7CE3}" type="parTrans" cxnId="{59567606-3208-4FA3-9519-08242C96F0E7}">
      <dgm:prSet/>
      <dgm:spPr/>
      <dgm:t>
        <a:bodyPr/>
        <a:lstStyle/>
        <a:p>
          <a:endParaRPr lang="en-US"/>
        </a:p>
      </dgm:t>
    </dgm:pt>
    <dgm:pt modelId="{A1B7379E-6946-4D62-8569-3E303A5BD774}" type="sibTrans" cxnId="{59567606-3208-4FA3-9519-08242C96F0E7}">
      <dgm:prSet/>
      <dgm:spPr/>
      <dgm:t>
        <a:bodyPr/>
        <a:lstStyle/>
        <a:p>
          <a:endParaRPr lang="en-US"/>
        </a:p>
      </dgm:t>
    </dgm:pt>
    <dgm:pt modelId="{95DC74E3-4CCB-463D-9ABB-C4AD3EE06710}" type="pres">
      <dgm:prSet presAssocID="{F836FB61-D7F0-4EA4-B98F-0CC2B63358F4}" presName="outerComposite" presStyleCnt="0">
        <dgm:presLayoutVars>
          <dgm:chMax val="5"/>
          <dgm:dir/>
          <dgm:resizeHandles val="exact"/>
        </dgm:presLayoutVars>
      </dgm:prSet>
      <dgm:spPr/>
    </dgm:pt>
    <dgm:pt modelId="{4EB5FD7E-8AE2-4C99-B729-7CC4AA57462F}" type="pres">
      <dgm:prSet presAssocID="{F836FB61-D7F0-4EA4-B98F-0CC2B63358F4}" presName="dummyMaxCanvas" presStyleCnt="0">
        <dgm:presLayoutVars/>
      </dgm:prSet>
      <dgm:spPr/>
    </dgm:pt>
    <dgm:pt modelId="{21B8A926-D651-404E-B6B9-F78E7C2C1DF9}" type="pres">
      <dgm:prSet presAssocID="{F836FB61-D7F0-4EA4-B98F-0CC2B63358F4}" presName="FourNodes_1" presStyleLbl="node1" presStyleIdx="0" presStyleCnt="4">
        <dgm:presLayoutVars>
          <dgm:bulletEnabled val="1"/>
        </dgm:presLayoutVars>
      </dgm:prSet>
      <dgm:spPr/>
    </dgm:pt>
    <dgm:pt modelId="{62B24DB8-2EEE-4430-B20D-2F8D72581A9E}" type="pres">
      <dgm:prSet presAssocID="{F836FB61-D7F0-4EA4-B98F-0CC2B63358F4}" presName="FourNodes_2" presStyleLbl="node1" presStyleIdx="1" presStyleCnt="4">
        <dgm:presLayoutVars>
          <dgm:bulletEnabled val="1"/>
        </dgm:presLayoutVars>
      </dgm:prSet>
      <dgm:spPr/>
    </dgm:pt>
    <dgm:pt modelId="{16DF5E84-D6A9-4BC7-B890-F5E846E73C46}" type="pres">
      <dgm:prSet presAssocID="{F836FB61-D7F0-4EA4-B98F-0CC2B63358F4}" presName="FourNodes_3" presStyleLbl="node1" presStyleIdx="2" presStyleCnt="4">
        <dgm:presLayoutVars>
          <dgm:bulletEnabled val="1"/>
        </dgm:presLayoutVars>
      </dgm:prSet>
      <dgm:spPr/>
    </dgm:pt>
    <dgm:pt modelId="{1459E8C6-528D-4BA5-AC02-AD73FA386119}" type="pres">
      <dgm:prSet presAssocID="{F836FB61-D7F0-4EA4-B98F-0CC2B63358F4}" presName="FourNodes_4" presStyleLbl="node1" presStyleIdx="3" presStyleCnt="4">
        <dgm:presLayoutVars>
          <dgm:bulletEnabled val="1"/>
        </dgm:presLayoutVars>
      </dgm:prSet>
      <dgm:spPr/>
    </dgm:pt>
    <dgm:pt modelId="{93713A61-961E-4947-8627-4E60A4002672}" type="pres">
      <dgm:prSet presAssocID="{F836FB61-D7F0-4EA4-B98F-0CC2B63358F4}" presName="FourConn_1-2" presStyleLbl="fgAccFollowNode1" presStyleIdx="0" presStyleCnt="3">
        <dgm:presLayoutVars>
          <dgm:bulletEnabled val="1"/>
        </dgm:presLayoutVars>
      </dgm:prSet>
      <dgm:spPr/>
    </dgm:pt>
    <dgm:pt modelId="{893CCB4E-A6FD-4477-B697-30E5547DBC47}" type="pres">
      <dgm:prSet presAssocID="{F836FB61-D7F0-4EA4-B98F-0CC2B63358F4}" presName="FourConn_2-3" presStyleLbl="fgAccFollowNode1" presStyleIdx="1" presStyleCnt="3">
        <dgm:presLayoutVars>
          <dgm:bulletEnabled val="1"/>
        </dgm:presLayoutVars>
      </dgm:prSet>
      <dgm:spPr/>
    </dgm:pt>
    <dgm:pt modelId="{51AC0038-DACD-40A7-8651-399AC46E0BB2}" type="pres">
      <dgm:prSet presAssocID="{F836FB61-D7F0-4EA4-B98F-0CC2B63358F4}" presName="FourConn_3-4" presStyleLbl="fgAccFollowNode1" presStyleIdx="2" presStyleCnt="3">
        <dgm:presLayoutVars>
          <dgm:bulletEnabled val="1"/>
        </dgm:presLayoutVars>
      </dgm:prSet>
      <dgm:spPr/>
    </dgm:pt>
    <dgm:pt modelId="{D9651CE6-12E4-42D2-9BCE-39C32C025438}" type="pres">
      <dgm:prSet presAssocID="{F836FB61-D7F0-4EA4-B98F-0CC2B63358F4}" presName="FourNodes_1_text" presStyleLbl="node1" presStyleIdx="3" presStyleCnt="4">
        <dgm:presLayoutVars>
          <dgm:bulletEnabled val="1"/>
        </dgm:presLayoutVars>
      </dgm:prSet>
      <dgm:spPr/>
    </dgm:pt>
    <dgm:pt modelId="{12F58EE0-F5CA-4A87-BF3D-F43920451C6E}" type="pres">
      <dgm:prSet presAssocID="{F836FB61-D7F0-4EA4-B98F-0CC2B63358F4}" presName="FourNodes_2_text" presStyleLbl="node1" presStyleIdx="3" presStyleCnt="4">
        <dgm:presLayoutVars>
          <dgm:bulletEnabled val="1"/>
        </dgm:presLayoutVars>
      </dgm:prSet>
      <dgm:spPr/>
    </dgm:pt>
    <dgm:pt modelId="{5B3AEBA9-C268-47C9-9D5D-E384F5D8B0D1}" type="pres">
      <dgm:prSet presAssocID="{F836FB61-D7F0-4EA4-B98F-0CC2B63358F4}" presName="FourNodes_3_text" presStyleLbl="node1" presStyleIdx="3" presStyleCnt="4">
        <dgm:presLayoutVars>
          <dgm:bulletEnabled val="1"/>
        </dgm:presLayoutVars>
      </dgm:prSet>
      <dgm:spPr/>
    </dgm:pt>
    <dgm:pt modelId="{BF077F08-4F26-4430-AB09-9329A8D3B72D}" type="pres">
      <dgm:prSet presAssocID="{F836FB61-D7F0-4EA4-B98F-0CC2B63358F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9567606-3208-4FA3-9519-08242C96F0E7}" srcId="{F836FB61-D7F0-4EA4-B98F-0CC2B63358F4}" destId="{D457BBBA-58E0-422C-BDD2-67676F3C152B}" srcOrd="3" destOrd="0" parTransId="{A49E5661-BBE0-40CB-9F5F-D4257B0D7CE3}" sibTransId="{A1B7379E-6946-4D62-8569-3E303A5BD774}"/>
    <dgm:cxn modelId="{373D5F24-B737-465B-B0BE-DE4731EEA0C5}" type="presOf" srcId="{92DE7F4B-292E-4280-A424-0D4F9F1D5FEF}" destId="{51AC0038-DACD-40A7-8651-399AC46E0BB2}" srcOrd="0" destOrd="0" presId="urn:microsoft.com/office/officeart/2005/8/layout/vProcess5"/>
    <dgm:cxn modelId="{F27B1530-492E-41D1-ABCD-F33B43FE005F}" type="presOf" srcId="{03387F23-222F-4F82-9B2A-2C666D7850A2}" destId="{5B3AEBA9-C268-47C9-9D5D-E384F5D8B0D1}" srcOrd="1" destOrd="0" presId="urn:microsoft.com/office/officeart/2005/8/layout/vProcess5"/>
    <dgm:cxn modelId="{C28E4544-78E0-4E4D-9405-D4330E9DEEEC}" type="presOf" srcId="{9BFF5C1E-A8B4-4EC0-9757-03C6F09039FC}" destId="{D9651CE6-12E4-42D2-9BCE-39C32C025438}" srcOrd="1" destOrd="0" presId="urn:microsoft.com/office/officeart/2005/8/layout/vProcess5"/>
    <dgm:cxn modelId="{CFF8FD64-0B40-4788-A27E-286D2EC02BE3}" type="presOf" srcId="{9BFF5C1E-A8B4-4EC0-9757-03C6F09039FC}" destId="{21B8A926-D651-404E-B6B9-F78E7C2C1DF9}" srcOrd="0" destOrd="0" presId="urn:microsoft.com/office/officeart/2005/8/layout/vProcess5"/>
    <dgm:cxn modelId="{6D79486C-077A-48EE-8A1D-2F66FF7EEB4E}" srcId="{F836FB61-D7F0-4EA4-B98F-0CC2B63358F4}" destId="{03387F23-222F-4F82-9B2A-2C666D7850A2}" srcOrd="2" destOrd="0" parTransId="{B3982114-BA55-4481-827D-8E10CD55A57D}" sibTransId="{92DE7F4B-292E-4280-A424-0D4F9F1D5FEF}"/>
    <dgm:cxn modelId="{53B15E57-60C3-4077-B257-80FD365F2B40}" srcId="{F836FB61-D7F0-4EA4-B98F-0CC2B63358F4}" destId="{28288B1C-5030-4A36-96F7-8913D1095FD4}" srcOrd="1" destOrd="0" parTransId="{88891465-4B20-4DC8-B206-3C099F255458}" sibTransId="{7DD47083-52E6-444F-8A4E-0C76202CE9FF}"/>
    <dgm:cxn modelId="{19E7C55A-57CF-4162-90BE-9B394BAF7E26}" type="presOf" srcId="{28288B1C-5030-4A36-96F7-8913D1095FD4}" destId="{62B24DB8-2EEE-4430-B20D-2F8D72581A9E}" srcOrd="0" destOrd="0" presId="urn:microsoft.com/office/officeart/2005/8/layout/vProcess5"/>
    <dgm:cxn modelId="{CD7F0F7F-04DA-44C8-BA13-4B4C0578E2E2}" srcId="{F836FB61-D7F0-4EA4-B98F-0CC2B63358F4}" destId="{9BFF5C1E-A8B4-4EC0-9757-03C6F09039FC}" srcOrd="0" destOrd="0" parTransId="{34DFD7CC-1353-4544-9292-8749455766C5}" sibTransId="{041C8BC7-A592-4DC8-B0EF-F5DAC94E1B3A}"/>
    <dgm:cxn modelId="{2B24858D-D729-49F5-BE66-76927EC533B2}" type="presOf" srcId="{041C8BC7-A592-4DC8-B0EF-F5DAC94E1B3A}" destId="{93713A61-961E-4947-8627-4E60A4002672}" srcOrd="0" destOrd="0" presId="urn:microsoft.com/office/officeart/2005/8/layout/vProcess5"/>
    <dgm:cxn modelId="{2D49E48E-8640-41BB-95F3-3FA0F4E2241F}" type="presOf" srcId="{28288B1C-5030-4A36-96F7-8913D1095FD4}" destId="{12F58EE0-F5CA-4A87-BF3D-F43920451C6E}" srcOrd="1" destOrd="0" presId="urn:microsoft.com/office/officeart/2005/8/layout/vProcess5"/>
    <dgm:cxn modelId="{210DB997-298D-45CF-A414-35720B2A1FE2}" type="presOf" srcId="{D457BBBA-58E0-422C-BDD2-67676F3C152B}" destId="{BF077F08-4F26-4430-AB09-9329A8D3B72D}" srcOrd="1" destOrd="0" presId="urn:microsoft.com/office/officeart/2005/8/layout/vProcess5"/>
    <dgm:cxn modelId="{19CC36C8-9C4B-42C8-A823-08496C0D4D5C}" type="presOf" srcId="{F836FB61-D7F0-4EA4-B98F-0CC2B63358F4}" destId="{95DC74E3-4CCB-463D-9ABB-C4AD3EE06710}" srcOrd="0" destOrd="0" presId="urn:microsoft.com/office/officeart/2005/8/layout/vProcess5"/>
    <dgm:cxn modelId="{D4EAE7E1-9093-492B-A121-39C5036696C6}" type="presOf" srcId="{03387F23-222F-4F82-9B2A-2C666D7850A2}" destId="{16DF5E84-D6A9-4BC7-B890-F5E846E73C46}" srcOrd="0" destOrd="0" presId="urn:microsoft.com/office/officeart/2005/8/layout/vProcess5"/>
    <dgm:cxn modelId="{BAFC27F5-BD64-4050-A168-1A58AEC140F8}" type="presOf" srcId="{D457BBBA-58E0-422C-BDD2-67676F3C152B}" destId="{1459E8C6-528D-4BA5-AC02-AD73FA386119}" srcOrd="0" destOrd="0" presId="urn:microsoft.com/office/officeart/2005/8/layout/vProcess5"/>
    <dgm:cxn modelId="{AF33C7FB-E887-4168-BE7F-B6197E61ED92}" type="presOf" srcId="{7DD47083-52E6-444F-8A4E-0C76202CE9FF}" destId="{893CCB4E-A6FD-4477-B697-30E5547DBC47}" srcOrd="0" destOrd="0" presId="urn:microsoft.com/office/officeart/2005/8/layout/vProcess5"/>
    <dgm:cxn modelId="{77997593-B772-416A-9353-06BD9E026F37}" type="presParOf" srcId="{95DC74E3-4CCB-463D-9ABB-C4AD3EE06710}" destId="{4EB5FD7E-8AE2-4C99-B729-7CC4AA57462F}" srcOrd="0" destOrd="0" presId="urn:microsoft.com/office/officeart/2005/8/layout/vProcess5"/>
    <dgm:cxn modelId="{107DE878-8926-4E73-B034-AAB2E61BECED}" type="presParOf" srcId="{95DC74E3-4CCB-463D-9ABB-C4AD3EE06710}" destId="{21B8A926-D651-404E-B6B9-F78E7C2C1DF9}" srcOrd="1" destOrd="0" presId="urn:microsoft.com/office/officeart/2005/8/layout/vProcess5"/>
    <dgm:cxn modelId="{06CA9B7A-223D-4F62-9842-78C6418EBD43}" type="presParOf" srcId="{95DC74E3-4CCB-463D-9ABB-C4AD3EE06710}" destId="{62B24DB8-2EEE-4430-B20D-2F8D72581A9E}" srcOrd="2" destOrd="0" presId="urn:microsoft.com/office/officeart/2005/8/layout/vProcess5"/>
    <dgm:cxn modelId="{C394E7D3-5C3D-43F9-BC98-E704B2CCBA14}" type="presParOf" srcId="{95DC74E3-4CCB-463D-9ABB-C4AD3EE06710}" destId="{16DF5E84-D6A9-4BC7-B890-F5E846E73C46}" srcOrd="3" destOrd="0" presId="urn:microsoft.com/office/officeart/2005/8/layout/vProcess5"/>
    <dgm:cxn modelId="{E7CDAFC5-FE61-4C63-A8A1-05E68BC312EB}" type="presParOf" srcId="{95DC74E3-4CCB-463D-9ABB-C4AD3EE06710}" destId="{1459E8C6-528D-4BA5-AC02-AD73FA386119}" srcOrd="4" destOrd="0" presId="urn:microsoft.com/office/officeart/2005/8/layout/vProcess5"/>
    <dgm:cxn modelId="{8EA986FB-58D4-45F7-BBF1-DECA20007D0B}" type="presParOf" srcId="{95DC74E3-4CCB-463D-9ABB-C4AD3EE06710}" destId="{93713A61-961E-4947-8627-4E60A4002672}" srcOrd="5" destOrd="0" presId="urn:microsoft.com/office/officeart/2005/8/layout/vProcess5"/>
    <dgm:cxn modelId="{775CCD6E-6BDB-4CAB-950D-99DD963C128C}" type="presParOf" srcId="{95DC74E3-4CCB-463D-9ABB-C4AD3EE06710}" destId="{893CCB4E-A6FD-4477-B697-30E5547DBC47}" srcOrd="6" destOrd="0" presId="urn:microsoft.com/office/officeart/2005/8/layout/vProcess5"/>
    <dgm:cxn modelId="{724E4F80-95E2-4FAB-95D0-8FCD0D559E4E}" type="presParOf" srcId="{95DC74E3-4CCB-463D-9ABB-C4AD3EE06710}" destId="{51AC0038-DACD-40A7-8651-399AC46E0BB2}" srcOrd="7" destOrd="0" presId="urn:microsoft.com/office/officeart/2005/8/layout/vProcess5"/>
    <dgm:cxn modelId="{0FFC2D56-0BC1-4AAA-B6F4-C8E454DFC40D}" type="presParOf" srcId="{95DC74E3-4CCB-463D-9ABB-C4AD3EE06710}" destId="{D9651CE6-12E4-42D2-9BCE-39C32C025438}" srcOrd="8" destOrd="0" presId="urn:microsoft.com/office/officeart/2005/8/layout/vProcess5"/>
    <dgm:cxn modelId="{6C882783-7FDB-4BDD-8F7C-322A7E3EFB3D}" type="presParOf" srcId="{95DC74E3-4CCB-463D-9ABB-C4AD3EE06710}" destId="{12F58EE0-F5CA-4A87-BF3D-F43920451C6E}" srcOrd="9" destOrd="0" presId="urn:microsoft.com/office/officeart/2005/8/layout/vProcess5"/>
    <dgm:cxn modelId="{A64C66D5-0A55-49BC-83CE-8608F1202291}" type="presParOf" srcId="{95DC74E3-4CCB-463D-9ABB-C4AD3EE06710}" destId="{5B3AEBA9-C268-47C9-9D5D-E384F5D8B0D1}" srcOrd="10" destOrd="0" presId="urn:microsoft.com/office/officeart/2005/8/layout/vProcess5"/>
    <dgm:cxn modelId="{3FAB3464-ED0E-458F-BC99-C134E8C20FCA}" type="presParOf" srcId="{95DC74E3-4CCB-463D-9ABB-C4AD3EE06710}" destId="{BF077F08-4F26-4430-AB09-9329A8D3B72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14529A-01D9-40F0-819C-1BE32F2365A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66FFB9-74EB-4146-9E6A-6E380BAC2150}">
      <dgm:prSet/>
      <dgm:spPr/>
      <dgm:t>
        <a:bodyPr/>
        <a:lstStyle/>
        <a:p>
          <a:r>
            <a:rPr lang="en-US" b="1" dirty="0"/>
            <a:t>ACS PUMS 2024 (145k workers → 2.9M weighted)</a:t>
          </a:r>
          <a:endParaRPr lang="en-US" dirty="0"/>
        </a:p>
      </dgm:t>
    </dgm:pt>
    <dgm:pt modelId="{81B0083C-2B4A-400B-9E14-86490C96083E}" type="parTrans" cxnId="{495AC954-1BAC-4CE4-8DDA-ABBAC77FBECA}">
      <dgm:prSet/>
      <dgm:spPr/>
      <dgm:t>
        <a:bodyPr/>
        <a:lstStyle/>
        <a:p>
          <a:endParaRPr lang="en-US"/>
        </a:p>
      </dgm:t>
    </dgm:pt>
    <dgm:pt modelId="{C66FAC96-21F6-4051-8D17-6E5C492580BE}" type="sibTrans" cxnId="{495AC954-1BAC-4CE4-8DDA-ABBAC77FBECA}">
      <dgm:prSet phldrT="02"/>
      <dgm:spPr/>
      <dgm:t>
        <a:bodyPr/>
        <a:lstStyle/>
        <a:p>
          <a:endParaRPr lang="en-US"/>
        </a:p>
      </dgm:t>
    </dgm:pt>
    <dgm:pt modelId="{DAFD892A-58F7-432E-B594-1778E50140F0}">
      <dgm:prSet/>
      <dgm:spPr/>
      <dgm:t>
        <a:bodyPr/>
        <a:lstStyle/>
        <a:p>
          <a:r>
            <a:rPr lang="en-US" b="1"/>
            <a:t>BLS OEWS 2024 (occupation wages &amp; employment)</a:t>
          </a:r>
          <a:endParaRPr lang="en-US"/>
        </a:p>
      </dgm:t>
    </dgm:pt>
    <dgm:pt modelId="{7622BC22-995F-4906-8BAA-C30F6D152DDB}" type="parTrans" cxnId="{524897EC-BEAC-48AB-A928-80D01098E78A}">
      <dgm:prSet/>
      <dgm:spPr/>
      <dgm:t>
        <a:bodyPr/>
        <a:lstStyle/>
        <a:p>
          <a:endParaRPr lang="en-US"/>
        </a:p>
      </dgm:t>
    </dgm:pt>
    <dgm:pt modelId="{D4A83B5C-1B4B-4A83-894F-7061117CE762}" type="sibTrans" cxnId="{524897EC-BEAC-48AB-A928-80D01098E78A}">
      <dgm:prSet phldrT="03"/>
      <dgm:spPr/>
      <dgm:t>
        <a:bodyPr/>
        <a:lstStyle/>
        <a:p>
          <a:endParaRPr lang="en-US"/>
        </a:p>
      </dgm:t>
    </dgm:pt>
    <dgm:pt modelId="{07AFE344-AFA0-45C5-9D3C-698D5CD4C566}">
      <dgm:prSet/>
      <dgm:spPr/>
      <dgm:t>
        <a:bodyPr/>
        <a:lstStyle/>
        <a:p>
          <a:r>
            <a:rPr lang="en-US" b="1"/>
            <a:t>Python: pandas, numpy, statsmodels, plotly</a:t>
          </a:r>
          <a:endParaRPr lang="en-US"/>
        </a:p>
      </dgm:t>
    </dgm:pt>
    <dgm:pt modelId="{3646C971-F4CE-4A70-A8E4-F70E091EA477}" type="parTrans" cxnId="{2459D793-B643-4FC1-81D2-A805366A4A40}">
      <dgm:prSet/>
      <dgm:spPr/>
      <dgm:t>
        <a:bodyPr/>
        <a:lstStyle/>
        <a:p>
          <a:endParaRPr lang="en-US"/>
        </a:p>
      </dgm:t>
    </dgm:pt>
    <dgm:pt modelId="{EDC03A13-A198-408B-BE14-7E3662794B87}" type="sibTrans" cxnId="{2459D793-B643-4FC1-81D2-A805366A4A40}">
      <dgm:prSet phldrT="04"/>
      <dgm:spPr/>
      <dgm:t>
        <a:bodyPr/>
        <a:lstStyle/>
        <a:p>
          <a:endParaRPr lang="en-US"/>
        </a:p>
      </dgm:t>
    </dgm:pt>
    <dgm:pt modelId="{E7312236-5C0A-4218-97CD-C73734FDEE51}">
      <dgm:prSet/>
      <dgm:spPr/>
      <dgm:t>
        <a:bodyPr/>
        <a:lstStyle/>
        <a:p>
          <a:r>
            <a:rPr lang="en-US" b="1"/>
            <a:t>Weighted means, regressions, Oaxaca decomposition</a:t>
          </a:r>
          <a:endParaRPr lang="en-US"/>
        </a:p>
      </dgm:t>
    </dgm:pt>
    <dgm:pt modelId="{7E28FC50-C241-4583-A4D9-6DA8CFF7AD84}" type="parTrans" cxnId="{C2E4FE11-EA1C-40F0-9DB6-C0BBCE4B9ACF}">
      <dgm:prSet/>
      <dgm:spPr/>
      <dgm:t>
        <a:bodyPr/>
        <a:lstStyle/>
        <a:p>
          <a:endParaRPr lang="en-US"/>
        </a:p>
      </dgm:t>
    </dgm:pt>
    <dgm:pt modelId="{38A1974E-C489-4391-9444-9DBCAB9AAEA4}" type="sibTrans" cxnId="{C2E4FE11-EA1C-40F0-9DB6-C0BBCE4B9ACF}">
      <dgm:prSet phldrT="05"/>
      <dgm:spPr/>
      <dgm:t>
        <a:bodyPr/>
        <a:lstStyle/>
        <a:p>
          <a:endParaRPr lang="en-US"/>
        </a:p>
      </dgm:t>
    </dgm:pt>
    <dgm:pt modelId="{5D3E3FAF-1B91-4690-B04A-45AB1943DC28}" type="pres">
      <dgm:prSet presAssocID="{1214529A-01D9-40F0-819C-1BE32F2365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5942EF0-A858-4640-8C51-502A244348AE}" type="pres">
      <dgm:prSet presAssocID="{9366FFB9-74EB-4146-9E6A-6E380BAC2150}" presName="hierRoot1" presStyleCnt="0"/>
      <dgm:spPr/>
    </dgm:pt>
    <dgm:pt modelId="{BCF60050-1181-40A7-B5DC-DC4813A560F1}" type="pres">
      <dgm:prSet presAssocID="{9366FFB9-74EB-4146-9E6A-6E380BAC2150}" presName="composite" presStyleCnt="0"/>
      <dgm:spPr/>
    </dgm:pt>
    <dgm:pt modelId="{5170F944-D3D4-4D9B-9099-115534EA7579}" type="pres">
      <dgm:prSet presAssocID="{9366FFB9-74EB-4146-9E6A-6E380BAC2150}" presName="background" presStyleLbl="node0" presStyleIdx="0" presStyleCnt="4"/>
      <dgm:spPr/>
    </dgm:pt>
    <dgm:pt modelId="{1E0F166B-F24A-4C17-A04C-E5B795F01BF3}" type="pres">
      <dgm:prSet presAssocID="{9366FFB9-74EB-4146-9E6A-6E380BAC2150}" presName="text" presStyleLbl="fgAcc0" presStyleIdx="0" presStyleCnt="4">
        <dgm:presLayoutVars>
          <dgm:chPref val="3"/>
        </dgm:presLayoutVars>
      </dgm:prSet>
      <dgm:spPr/>
    </dgm:pt>
    <dgm:pt modelId="{4C561843-1145-4C90-9C6F-0450F2B71811}" type="pres">
      <dgm:prSet presAssocID="{9366FFB9-74EB-4146-9E6A-6E380BAC2150}" presName="hierChild2" presStyleCnt="0"/>
      <dgm:spPr/>
    </dgm:pt>
    <dgm:pt modelId="{EAA4DE90-1517-4048-8EC4-763ED7D35E92}" type="pres">
      <dgm:prSet presAssocID="{DAFD892A-58F7-432E-B594-1778E50140F0}" presName="hierRoot1" presStyleCnt="0"/>
      <dgm:spPr/>
    </dgm:pt>
    <dgm:pt modelId="{05F62583-FC58-4296-B221-7DF31845D0D2}" type="pres">
      <dgm:prSet presAssocID="{DAFD892A-58F7-432E-B594-1778E50140F0}" presName="composite" presStyleCnt="0"/>
      <dgm:spPr/>
    </dgm:pt>
    <dgm:pt modelId="{7B5F80B1-F116-4A15-BCD8-56299DE3A6DD}" type="pres">
      <dgm:prSet presAssocID="{DAFD892A-58F7-432E-B594-1778E50140F0}" presName="background" presStyleLbl="node0" presStyleIdx="1" presStyleCnt="4"/>
      <dgm:spPr/>
    </dgm:pt>
    <dgm:pt modelId="{0ADBA0EE-9F60-41AD-9B43-783D829373B6}" type="pres">
      <dgm:prSet presAssocID="{DAFD892A-58F7-432E-B594-1778E50140F0}" presName="text" presStyleLbl="fgAcc0" presStyleIdx="1" presStyleCnt="4">
        <dgm:presLayoutVars>
          <dgm:chPref val="3"/>
        </dgm:presLayoutVars>
      </dgm:prSet>
      <dgm:spPr/>
    </dgm:pt>
    <dgm:pt modelId="{B801B712-B0EA-4A8E-B4B2-8E8DC44827B1}" type="pres">
      <dgm:prSet presAssocID="{DAFD892A-58F7-432E-B594-1778E50140F0}" presName="hierChild2" presStyleCnt="0"/>
      <dgm:spPr/>
    </dgm:pt>
    <dgm:pt modelId="{506D794F-E490-4E79-9687-B6BB3C216F9A}" type="pres">
      <dgm:prSet presAssocID="{07AFE344-AFA0-45C5-9D3C-698D5CD4C566}" presName="hierRoot1" presStyleCnt="0"/>
      <dgm:spPr/>
    </dgm:pt>
    <dgm:pt modelId="{D9614DEF-E0A5-4FD0-BE70-87710ABC34C4}" type="pres">
      <dgm:prSet presAssocID="{07AFE344-AFA0-45C5-9D3C-698D5CD4C566}" presName="composite" presStyleCnt="0"/>
      <dgm:spPr/>
    </dgm:pt>
    <dgm:pt modelId="{C4352BFA-0529-48CE-BE5B-749498916358}" type="pres">
      <dgm:prSet presAssocID="{07AFE344-AFA0-45C5-9D3C-698D5CD4C566}" presName="background" presStyleLbl="node0" presStyleIdx="2" presStyleCnt="4"/>
      <dgm:spPr/>
    </dgm:pt>
    <dgm:pt modelId="{6521C67C-43EC-49AF-BBCC-ECE4CA2FEE82}" type="pres">
      <dgm:prSet presAssocID="{07AFE344-AFA0-45C5-9D3C-698D5CD4C566}" presName="text" presStyleLbl="fgAcc0" presStyleIdx="2" presStyleCnt="4">
        <dgm:presLayoutVars>
          <dgm:chPref val="3"/>
        </dgm:presLayoutVars>
      </dgm:prSet>
      <dgm:spPr/>
    </dgm:pt>
    <dgm:pt modelId="{94262D86-465B-4F46-A346-188E4CC8128C}" type="pres">
      <dgm:prSet presAssocID="{07AFE344-AFA0-45C5-9D3C-698D5CD4C566}" presName="hierChild2" presStyleCnt="0"/>
      <dgm:spPr/>
    </dgm:pt>
    <dgm:pt modelId="{F803F946-9A0B-4BE3-88E2-95712622F492}" type="pres">
      <dgm:prSet presAssocID="{E7312236-5C0A-4218-97CD-C73734FDEE51}" presName="hierRoot1" presStyleCnt="0"/>
      <dgm:spPr/>
    </dgm:pt>
    <dgm:pt modelId="{DCBE5C70-2C95-4C2E-9EFF-3A90D63CA9A7}" type="pres">
      <dgm:prSet presAssocID="{E7312236-5C0A-4218-97CD-C73734FDEE51}" presName="composite" presStyleCnt="0"/>
      <dgm:spPr/>
    </dgm:pt>
    <dgm:pt modelId="{5A39A68F-64BA-4CA0-B28B-5EED4AC9C5E7}" type="pres">
      <dgm:prSet presAssocID="{E7312236-5C0A-4218-97CD-C73734FDEE51}" presName="background" presStyleLbl="node0" presStyleIdx="3" presStyleCnt="4"/>
      <dgm:spPr/>
    </dgm:pt>
    <dgm:pt modelId="{DBFC9DCE-F76F-4C17-B5A9-1E2F174386D0}" type="pres">
      <dgm:prSet presAssocID="{E7312236-5C0A-4218-97CD-C73734FDEE51}" presName="text" presStyleLbl="fgAcc0" presStyleIdx="3" presStyleCnt="4">
        <dgm:presLayoutVars>
          <dgm:chPref val="3"/>
        </dgm:presLayoutVars>
      </dgm:prSet>
      <dgm:spPr/>
    </dgm:pt>
    <dgm:pt modelId="{56E0B163-262F-48F0-945B-6356F79E6E82}" type="pres">
      <dgm:prSet presAssocID="{E7312236-5C0A-4218-97CD-C73734FDEE51}" presName="hierChild2" presStyleCnt="0"/>
      <dgm:spPr/>
    </dgm:pt>
  </dgm:ptLst>
  <dgm:cxnLst>
    <dgm:cxn modelId="{0D9F0206-884E-420D-80BD-F0786FAD3EE1}" type="presOf" srcId="{DAFD892A-58F7-432E-B594-1778E50140F0}" destId="{0ADBA0EE-9F60-41AD-9B43-783D829373B6}" srcOrd="0" destOrd="0" presId="urn:microsoft.com/office/officeart/2005/8/layout/hierarchy1"/>
    <dgm:cxn modelId="{1C3EDA09-E434-4B9E-81CC-C9875BF61AAD}" type="presOf" srcId="{07AFE344-AFA0-45C5-9D3C-698D5CD4C566}" destId="{6521C67C-43EC-49AF-BBCC-ECE4CA2FEE82}" srcOrd="0" destOrd="0" presId="urn:microsoft.com/office/officeart/2005/8/layout/hierarchy1"/>
    <dgm:cxn modelId="{C2E4FE11-EA1C-40F0-9DB6-C0BBCE4B9ACF}" srcId="{1214529A-01D9-40F0-819C-1BE32F2365A6}" destId="{E7312236-5C0A-4218-97CD-C73734FDEE51}" srcOrd="3" destOrd="0" parTransId="{7E28FC50-C241-4583-A4D9-6DA8CFF7AD84}" sibTransId="{38A1974E-C489-4391-9444-9DBCAB9AAEA4}"/>
    <dgm:cxn modelId="{6572D916-7875-4554-A8A5-A6046AD68E0B}" type="presOf" srcId="{E7312236-5C0A-4218-97CD-C73734FDEE51}" destId="{DBFC9DCE-F76F-4C17-B5A9-1E2F174386D0}" srcOrd="0" destOrd="0" presId="urn:microsoft.com/office/officeart/2005/8/layout/hierarchy1"/>
    <dgm:cxn modelId="{97D92527-BA87-48E2-BB75-28CF08948C44}" type="presOf" srcId="{9366FFB9-74EB-4146-9E6A-6E380BAC2150}" destId="{1E0F166B-F24A-4C17-A04C-E5B795F01BF3}" srcOrd="0" destOrd="0" presId="urn:microsoft.com/office/officeart/2005/8/layout/hierarchy1"/>
    <dgm:cxn modelId="{3722842F-1F75-4884-8CF7-43929CAF658D}" type="presOf" srcId="{1214529A-01D9-40F0-819C-1BE32F2365A6}" destId="{5D3E3FAF-1B91-4690-B04A-45AB1943DC28}" srcOrd="0" destOrd="0" presId="urn:microsoft.com/office/officeart/2005/8/layout/hierarchy1"/>
    <dgm:cxn modelId="{495AC954-1BAC-4CE4-8DDA-ABBAC77FBECA}" srcId="{1214529A-01D9-40F0-819C-1BE32F2365A6}" destId="{9366FFB9-74EB-4146-9E6A-6E380BAC2150}" srcOrd="0" destOrd="0" parTransId="{81B0083C-2B4A-400B-9E14-86490C96083E}" sibTransId="{C66FAC96-21F6-4051-8D17-6E5C492580BE}"/>
    <dgm:cxn modelId="{2459D793-B643-4FC1-81D2-A805366A4A40}" srcId="{1214529A-01D9-40F0-819C-1BE32F2365A6}" destId="{07AFE344-AFA0-45C5-9D3C-698D5CD4C566}" srcOrd="2" destOrd="0" parTransId="{3646C971-F4CE-4A70-A8E4-F70E091EA477}" sibTransId="{EDC03A13-A198-408B-BE14-7E3662794B87}"/>
    <dgm:cxn modelId="{524897EC-BEAC-48AB-A928-80D01098E78A}" srcId="{1214529A-01D9-40F0-819C-1BE32F2365A6}" destId="{DAFD892A-58F7-432E-B594-1778E50140F0}" srcOrd="1" destOrd="0" parTransId="{7622BC22-995F-4906-8BAA-C30F6D152DDB}" sibTransId="{D4A83B5C-1B4B-4A83-894F-7061117CE762}"/>
    <dgm:cxn modelId="{8425EB35-745F-4115-8CB8-5EADCBA02867}" type="presParOf" srcId="{5D3E3FAF-1B91-4690-B04A-45AB1943DC28}" destId="{F5942EF0-A858-4640-8C51-502A244348AE}" srcOrd="0" destOrd="0" presId="urn:microsoft.com/office/officeart/2005/8/layout/hierarchy1"/>
    <dgm:cxn modelId="{1D7AF427-C0FE-490E-9069-3EACFF1BDF20}" type="presParOf" srcId="{F5942EF0-A858-4640-8C51-502A244348AE}" destId="{BCF60050-1181-40A7-B5DC-DC4813A560F1}" srcOrd="0" destOrd="0" presId="urn:microsoft.com/office/officeart/2005/8/layout/hierarchy1"/>
    <dgm:cxn modelId="{290B2F7F-1DD9-4F86-992B-52A4664E383C}" type="presParOf" srcId="{BCF60050-1181-40A7-B5DC-DC4813A560F1}" destId="{5170F944-D3D4-4D9B-9099-115534EA7579}" srcOrd="0" destOrd="0" presId="urn:microsoft.com/office/officeart/2005/8/layout/hierarchy1"/>
    <dgm:cxn modelId="{5F041601-75F7-4292-B90F-68BD7836AA03}" type="presParOf" srcId="{BCF60050-1181-40A7-B5DC-DC4813A560F1}" destId="{1E0F166B-F24A-4C17-A04C-E5B795F01BF3}" srcOrd="1" destOrd="0" presId="urn:microsoft.com/office/officeart/2005/8/layout/hierarchy1"/>
    <dgm:cxn modelId="{5DAB5035-639A-4C24-BA60-01942806C927}" type="presParOf" srcId="{F5942EF0-A858-4640-8C51-502A244348AE}" destId="{4C561843-1145-4C90-9C6F-0450F2B71811}" srcOrd="1" destOrd="0" presId="urn:microsoft.com/office/officeart/2005/8/layout/hierarchy1"/>
    <dgm:cxn modelId="{F7E0D222-DCBF-48F4-8ED5-0168128E9104}" type="presParOf" srcId="{5D3E3FAF-1B91-4690-B04A-45AB1943DC28}" destId="{EAA4DE90-1517-4048-8EC4-763ED7D35E92}" srcOrd="1" destOrd="0" presId="urn:microsoft.com/office/officeart/2005/8/layout/hierarchy1"/>
    <dgm:cxn modelId="{52209A8C-A1CE-4585-B46B-6F916266ABE5}" type="presParOf" srcId="{EAA4DE90-1517-4048-8EC4-763ED7D35E92}" destId="{05F62583-FC58-4296-B221-7DF31845D0D2}" srcOrd="0" destOrd="0" presId="urn:microsoft.com/office/officeart/2005/8/layout/hierarchy1"/>
    <dgm:cxn modelId="{9AE95304-5860-4126-8EE9-EA30CB12601B}" type="presParOf" srcId="{05F62583-FC58-4296-B221-7DF31845D0D2}" destId="{7B5F80B1-F116-4A15-BCD8-56299DE3A6DD}" srcOrd="0" destOrd="0" presId="urn:microsoft.com/office/officeart/2005/8/layout/hierarchy1"/>
    <dgm:cxn modelId="{DA0EB6BC-9E05-472D-8374-370314FEF90A}" type="presParOf" srcId="{05F62583-FC58-4296-B221-7DF31845D0D2}" destId="{0ADBA0EE-9F60-41AD-9B43-783D829373B6}" srcOrd="1" destOrd="0" presId="urn:microsoft.com/office/officeart/2005/8/layout/hierarchy1"/>
    <dgm:cxn modelId="{6567B5B1-1250-4634-95BD-29C984A7D738}" type="presParOf" srcId="{EAA4DE90-1517-4048-8EC4-763ED7D35E92}" destId="{B801B712-B0EA-4A8E-B4B2-8E8DC44827B1}" srcOrd="1" destOrd="0" presId="urn:microsoft.com/office/officeart/2005/8/layout/hierarchy1"/>
    <dgm:cxn modelId="{24993062-D665-494D-9536-9A7EE87C59D5}" type="presParOf" srcId="{5D3E3FAF-1B91-4690-B04A-45AB1943DC28}" destId="{506D794F-E490-4E79-9687-B6BB3C216F9A}" srcOrd="2" destOrd="0" presId="urn:microsoft.com/office/officeart/2005/8/layout/hierarchy1"/>
    <dgm:cxn modelId="{7ABCF772-D618-4D65-99C3-BBF13476E75F}" type="presParOf" srcId="{506D794F-E490-4E79-9687-B6BB3C216F9A}" destId="{D9614DEF-E0A5-4FD0-BE70-87710ABC34C4}" srcOrd="0" destOrd="0" presId="urn:microsoft.com/office/officeart/2005/8/layout/hierarchy1"/>
    <dgm:cxn modelId="{B7985401-9F8B-4A5A-8413-69C27F862F8E}" type="presParOf" srcId="{D9614DEF-E0A5-4FD0-BE70-87710ABC34C4}" destId="{C4352BFA-0529-48CE-BE5B-749498916358}" srcOrd="0" destOrd="0" presId="urn:microsoft.com/office/officeart/2005/8/layout/hierarchy1"/>
    <dgm:cxn modelId="{BE7B4473-C630-4917-9374-AFE3AC910238}" type="presParOf" srcId="{D9614DEF-E0A5-4FD0-BE70-87710ABC34C4}" destId="{6521C67C-43EC-49AF-BBCC-ECE4CA2FEE82}" srcOrd="1" destOrd="0" presId="urn:microsoft.com/office/officeart/2005/8/layout/hierarchy1"/>
    <dgm:cxn modelId="{907EDF17-6261-4A8F-91E1-8AD9E585EEAB}" type="presParOf" srcId="{506D794F-E490-4E79-9687-B6BB3C216F9A}" destId="{94262D86-465B-4F46-A346-188E4CC8128C}" srcOrd="1" destOrd="0" presId="urn:microsoft.com/office/officeart/2005/8/layout/hierarchy1"/>
    <dgm:cxn modelId="{8716B966-4AC0-4ABA-B0BC-DA2198359646}" type="presParOf" srcId="{5D3E3FAF-1B91-4690-B04A-45AB1943DC28}" destId="{F803F946-9A0B-4BE3-88E2-95712622F492}" srcOrd="3" destOrd="0" presId="urn:microsoft.com/office/officeart/2005/8/layout/hierarchy1"/>
    <dgm:cxn modelId="{9B7168E0-4C1A-4B55-9048-E6144A39300C}" type="presParOf" srcId="{F803F946-9A0B-4BE3-88E2-95712622F492}" destId="{DCBE5C70-2C95-4C2E-9EFF-3A90D63CA9A7}" srcOrd="0" destOrd="0" presId="urn:microsoft.com/office/officeart/2005/8/layout/hierarchy1"/>
    <dgm:cxn modelId="{CEE9F21C-F3AF-46D5-9538-5A257E15813E}" type="presParOf" srcId="{DCBE5C70-2C95-4C2E-9EFF-3A90D63CA9A7}" destId="{5A39A68F-64BA-4CA0-B28B-5EED4AC9C5E7}" srcOrd="0" destOrd="0" presId="urn:microsoft.com/office/officeart/2005/8/layout/hierarchy1"/>
    <dgm:cxn modelId="{25404546-D6A7-4BFE-9C54-02E467128A55}" type="presParOf" srcId="{DCBE5C70-2C95-4C2E-9EFF-3A90D63CA9A7}" destId="{DBFC9DCE-F76F-4C17-B5A9-1E2F174386D0}" srcOrd="1" destOrd="0" presId="urn:microsoft.com/office/officeart/2005/8/layout/hierarchy1"/>
    <dgm:cxn modelId="{9B185C31-7329-470E-89C9-D44B5D560CBF}" type="presParOf" srcId="{F803F946-9A0B-4BE3-88E2-95712622F492}" destId="{56E0B163-262F-48F0-945B-6356F79E6E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336834-E86A-4FB9-BF42-B223B973403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5" csCatId="colorful" phldr="1"/>
      <dgm:spPr/>
      <dgm:t>
        <a:bodyPr/>
        <a:lstStyle/>
        <a:p>
          <a:endParaRPr lang="en-US"/>
        </a:p>
      </dgm:t>
    </dgm:pt>
    <dgm:pt modelId="{45553AED-774A-4487-AE75-AD506A30B396}" type="pres">
      <dgm:prSet presAssocID="{F2336834-E86A-4FB9-BF42-B223B973403E}" presName="root" presStyleCnt="0">
        <dgm:presLayoutVars>
          <dgm:dir/>
          <dgm:resizeHandles val="exact"/>
        </dgm:presLayoutVars>
      </dgm:prSet>
      <dgm:spPr/>
    </dgm:pt>
  </dgm:ptLst>
  <dgm:cxnLst>
    <dgm:cxn modelId="{B3ECEDAE-22AA-4A28-ADA8-89E1C585C78C}" type="presOf" srcId="{F2336834-E86A-4FB9-BF42-B223B973403E}" destId="{45553AED-774A-4487-AE75-AD506A30B396}" srcOrd="0" destOrd="0" presId="urn:microsoft.com/office/officeart/2018/5/layout/IconCircleLabelList"/>
  </dgm:cxnLst>
  <dgm:bg>
    <a:blipFill>
      <a:blip xmlns:r="http://schemas.openxmlformats.org/officeDocument/2006/relationships" r:embed="rId1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7E1A6E-F883-4083-B9EF-68194DF9E71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2FD1444-3A7C-4A75-9234-5B96B19D641B}">
      <dgm:prSet/>
      <dgm:spPr/>
      <dgm:t>
        <a:bodyPr/>
        <a:lstStyle/>
        <a:p>
          <a:r>
            <a:rPr lang="en-US" b="0" i="0" baseline="0"/>
            <a:t>Foreign‑born workers: 5–8% wage penalty </a:t>
          </a:r>
          <a:endParaRPr lang="en-US"/>
        </a:p>
      </dgm:t>
    </dgm:pt>
    <dgm:pt modelId="{4FEF21F5-25D8-44FF-9DD8-A6F1857985AA}" type="parTrans" cxnId="{6C18E9C8-0892-4C2D-AE92-4C7CA43453F2}">
      <dgm:prSet/>
      <dgm:spPr/>
      <dgm:t>
        <a:bodyPr/>
        <a:lstStyle/>
        <a:p>
          <a:endParaRPr lang="en-US"/>
        </a:p>
      </dgm:t>
    </dgm:pt>
    <dgm:pt modelId="{F179B8A8-5CC4-41BD-A17D-6D99A2570916}" type="sibTrans" cxnId="{6C18E9C8-0892-4C2D-AE92-4C7CA43453F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968A9DB-218F-4892-B93D-0E61B81D0C0A}">
      <dgm:prSet/>
      <dgm:spPr/>
      <dgm:t>
        <a:bodyPr/>
        <a:lstStyle/>
        <a:p>
          <a:r>
            <a:rPr lang="en-US" b="0" i="0" baseline="0"/>
            <a:t>Disability: 19% lower employment rate </a:t>
          </a:r>
          <a:endParaRPr lang="en-US"/>
        </a:p>
      </dgm:t>
    </dgm:pt>
    <dgm:pt modelId="{CA7E97A3-5E79-4A2A-9DC1-61FEAE98CBF9}" type="parTrans" cxnId="{0DE28932-35C1-4FBE-A544-70CD3DE6A0E1}">
      <dgm:prSet/>
      <dgm:spPr/>
      <dgm:t>
        <a:bodyPr/>
        <a:lstStyle/>
        <a:p>
          <a:endParaRPr lang="en-US"/>
        </a:p>
      </dgm:t>
    </dgm:pt>
    <dgm:pt modelId="{63576F6F-A6AF-4CCA-8F24-425DB8749A93}" type="sibTrans" cxnId="{0DE28932-35C1-4FBE-A544-70CD3DE6A0E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AA03F25-C737-412E-ACD5-D5E518E79096}">
      <dgm:prSet/>
      <dgm:spPr/>
      <dgm:t>
        <a:bodyPr/>
        <a:lstStyle/>
        <a:p>
          <a:r>
            <a:rPr lang="en-US" b="0" i="0" baseline="0"/>
            <a:t>Low‑wage workers rely more on public transit </a:t>
          </a:r>
          <a:endParaRPr lang="en-US"/>
        </a:p>
      </dgm:t>
    </dgm:pt>
    <dgm:pt modelId="{F05031D9-E33B-4ABC-938B-EBE1ED81AB36}" type="parTrans" cxnId="{80D261FF-7419-4DE9-A26A-B9AC9FEA8EC7}">
      <dgm:prSet/>
      <dgm:spPr/>
      <dgm:t>
        <a:bodyPr/>
        <a:lstStyle/>
        <a:p>
          <a:endParaRPr lang="en-US"/>
        </a:p>
      </dgm:t>
    </dgm:pt>
    <dgm:pt modelId="{2DB05181-7AEC-4303-87AC-A7788A77FB27}" type="sibTrans" cxnId="{80D261FF-7419-4DE9-A26A-B9AC9FEA8EC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31A7E35-371B-4A38-87CF-7A8BC1656709}">
      <dgm:prSet/>
      <dgm:spPr/>
      <dgm:t>
        <a:bodyPr/>
        <a:lstStyle/>
        <a:p>
          <a:r>
            <a:rPr lang="en-US" b="0" i="0" baseline="0"/>
            <a:t>Part‑time work higher for Black &amp; Hispanic workers </a:t>
          </a:r>
          <a:endParaRPr lang="en-US"/>
        </a:p>
      </dgm:t>
    </dgm:pt>
    <dgm:pt modelId="{121BF543-D3FC-4175-9B90-6DEE24A7802E}" type="parTrans" cxnId="{13CB1E94-0C7A-42BF-A33E-1150949F3924}">
      <dgm:prSet/>
      <dgm:spPr/>
      <dgm:t>
        <a:bodyPr/>
        <a:lstStyle/>
        <a:p>
          <a:endParaRPr lang="en-US"/>
        </a:p>
      </dgm:t>
    </dgm:pt>
    <dgm:pt modelId="{9C25A0E9-3FE6-484C-A0C0-E4F7E7AAC2A6}" type="sibTrans" cxnId="{13CB1E94-0C7A-42BF-A33E-1150949F3924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1A1DA9B2-3633-4FE3-A228-F071C768C366}" type="pres">
      <dgm:prSet presAssocID="{5C7E1A6E-F883-4083-B9EF-68194DF9E71C}" presName="Name0" presStyleCnt="0">
        <dgm:presLayoutVars>
          <dgm:animLvl val="lvl"/>
          <dgm:resizeHandles val="exact"/>
        </dgm:presLayoutVars>
      </dgm:prSet>
      <dgm:spPr/>
    </dgm:pt>
    <dgm:pt modelId="{608FE860-8A50-423C-B742-07412ED29760}" type="pres">
      <dgm:prSet presAssocID="{42FD1444-3A7C-4A75-9234-5B96B19D641B}" presName="compositeNode" presStyleCnt="0">
        <dgm:presLayoutVars>
          <dgm:bulletEnabled val="1"/>
        </dgm:presLayoutVars>
      </dgm:prSet>
      <dgm:spPr/>
    </dgm:pt>
    <dgm:pt modelId="{DC0F0E94-1D25-4F5B-93DE-54CB10CE2F1D}" type="pres">
      <dgm:prSet presAssocID="{42FD1444-3A7C-4A75-9234-5B96B19D641B}" presName="bgRect" presStyleLbl="alignNode1" presStyleIdx="0" presStyleCnt="4"/>
      <dgm:spPr/>
    </dgm:pt>
    <dgm:pt modelId="{CCCF8DB9-A464-425F-86B6-ACEF34622699}" type="pres">
      <dgm:prSet presAssocID="{F179B8A8-5CC4-41BD-A17D-6D99A2570916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679A4873-0A55-4CC8-841D-D1701317AFA9}" type="pres">
      <dgm:prSet presAssocID="{42FD1444-3A7C-4A75-9234-5B96B19D641B}" presName="nodeRect" presStyleLbl="alignNode1" presStyleIdx="0" presStyleCnt="4">
        <dgm:presLayoutVars>
          <dgm:bulletEnabled val="1"/>
        </dgm:presLayoutVars>
      </dgm:prSet>
      <dgm:spPr/>
    </dgm:pt>
    <dgm:pt modelId="{C7A1B1B2-D8BA-46F8-B2F3-52FC692FE766}" type="pres">
      <dgm:prSet presAssocID="{F179B8A8-5CC4-41BD-A17D-6D99A2570916}" presName="sibTrans" presStyleCnt="0"/>
      <dgm:spPr/>
    </dgm:pt>
    <dgm:pt modelId="{FA535617-6B2C-4478-8240-B2965316D501}" type="pres">
      <dgm:prSet presAssocID="{A968A9DB-218F-4892-B93D-0E61B81D0C0A}" presName="compositeNode" presStyleCnt="0">
        <dgm:presLayoutVars>
          <dgm:bulletEnabled val="1"/>
        </dgm:presLayoutVars>
      </dgm:prSet>
      <dgm:spPr/>
    </dgm:pt>
    <dgm:pt modelId="{75138D9B-86FF-49D8-8CBB-0D406E9DD356}" type="pres">
      <dgm:prSet presAssocID="{A968A9DB-218F-4892-B93D-0E61B81D0C0A}" presName="bgRect" presStyleLbl="alignNode1" presStyleIdx="1" presStyleCnt="4"/>
      <dgm:spPr/>
    </dgm:pt>
    <dgm:pt modelId="{3CF605B4-7D47-45A8-9983-64E3351AA99D}" type="pres">
      <dgm:prSet presAssocID="{63576F6F-A6AF-4CCA-8F24-425DB8749A93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9E981B5-A6FE-4CA3-A200-6E201A2FB3E6}" type="pres">
      <dgm:prSet presAssocID="{A968A9DB-218F-4892-B93D-0E61B81D0C0A}" presName="nodeRect" presStyleLbl="alignNode1" presStyleIdx="1" presStyleCnt="4">
        <dgm:presLayoutVars>
          <dgm:bulletEnabled val="1"/>
        </dgm:presLayoutVars>
      </dgm:prSet>
      <dgm:spPr/>
    </dgm:pt>
    <dgm:pt modelId="{76986ADE-3284-481A-B2A0-64D6848C8AF7}" type="pres">
      <dgm:prSet presAssocID="{63576F6F-A6AF-4CCA-8F24-425DB8749A93}" presName="sibTrans" presStyleCnt="0"/>
      <dgm:spPr/>
    </dgm:pt>
    <dgm:pt modelId="{8E97E98A-68BB-428B-B039-07396A0DF427}" type="pres">
      <dgm:prSet presAssocID="{5AA03F25-C737-412E-ACD5-D5E518E79096}" presName="compositeNode" presStyleCnt="0">
        <dgm:presLayoutVars>
          <dgm:bulletEnabled val="1"/>
        </dgm:presLayoutVars>
      </dgm:prSet>
      <dgm:spPr/>
    </dgm:pt>
    <dgm:pt modelId="{433C3210-310C-42E5-A9AB-2AE5EBF58265}" type="pres">
      <dgm:prSet presAssocID="{5AA03F25-C737-412E-ACD5-D5E518E79096}" presName="bgRect" presStyleLbl="alignNode1" presStyleIdx="2" presStyleCnt="4"/>
      <dgm:spPr/>
    </dgm:pt>
    <dgm:pt modelId="{8BDE3A54-8425-4AA3-B95A-56B879035916}" type="pres">
      <dgm:prSet presAssocID="{2DB05181-7AEC-4303-87AC-A7788A77FB27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198A4B1-A29D-40D6-9328-A582265399F3}" type="pres">
      <dgm:prSet presAssocID="{5AA03F25-C737-412E-ACD5-D5E518E79096}" presName="nodeRect" presStyleLbl="alignNode1" presStyleIdx="2" presStyleCnt="4">
        <dgm:presLayoutVars>
          <dgm:bulletEnabled val="1"/>
        </dgm:presLayoutVars>
      </dgm:prSet>
      <dgm:spPr/>
    </dgm:pt>
    <dgm:pt modelId="{C9799752-2D35-4C01-8578-0B7F83734BC7}" type="pres">
      <dgm:prSet presAssocID="{2DB05181-7AEC-4303-87AC-A7788A77FB27}" presName="sibTrans" presStyleCnt="0"/>
      <dgm:spPr/>
    </dgm:pt>
    <dgm:pt modelId="{F618C374-D9E1-4F56-8588-441030D2CA85}" type="pres">
      <dgm:prSet presAssocID="{431A7E35-371B-4A38-87CF-7A8BC1656709}" presName="compositeNode" presStyleCnt="0">
        <dgm:presLayoutVars>
          <dgm:bulletEnabled val="1"/>
        </dgm:presLayoutVars>
      </dgm:prSet>
      <dgm:spPr/>
    </dgm:pt>
    <dgm:pt modelId="{415975E7-EE47-48B4-AE93-AE9BE26AB55B}" type="pres">
      <dgm:prSet presAssocID="{431A7E35-371B-4A38-87CF-7A8BC1656709}" presName="bgRect" presStyleLbl="alignNode1" presStyleIdx="3" presStyleCnt="4"/>
      <dgm:spPr/>
    </dgm:pt>
    <dgm:pt modelId="{4E8F03A5-45F2-4D4F-8B55-66619D04DFF4}" type="pres">
      <dgm:prSet presAssocID="{9C25A0E9-3FE6-484C-A0C0-E4F7E7AAC2A6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2EA61E41-E8C1-4B55-997C-957631E77CD1}" type="pres">
      <dgm:prSet presAssocID="{431A7E35-371B-4A38-87CF-7A8BC1656709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0DE28932-35C1-4FBE-A544-70CD3DE6A0E1}" srcId="{5C7E1A6E-F883-4083-B9EF-68194DF9E71C}" destId="{A968A9DB-218F-4892-B93D-0E61B81D0C0A}" srcOrd="1" destOrd="0" parTransId="{CA7E97A3-5E79-4A2A-9DC1-61FEAE98CBF9}" sibTransId="{63576F6F-A6AF-4CCA-8F24-425DB8749A93}"/>
    <dgm:cxn modelId="{FB5B3444-F36B-4557-A4B3-0CA7DB9F1A86}" type="presOf" srcId="{63576F6F-A6AF-4CCA-8F24-425DB8749A93}" destId="{3CF605B4-7D47-45A8-9983-64E3351AA99D}" srcOrd="0" destOrd="0" presId="urn:microsoft.com/office/officeart/2016/7/layout/LinearBlockProcessNumbered"/>
    <dgm:cxn modelId="{DDB09556-1659-4348-8934-A20D49CC45FB}" type="presOf" srcId="{A968A9DB-218F-4892-B93D-0E61B81D0C0A}" destId="{75138D9B-86FF-49D8-8CBB-0D406E9DD356}" srcOrd="0" destOrd="0" presId="urn:microsoft.com/office/officeart/2016/7/layout/LinearBlockProcessNumbered"/>
    <dgm:cxn modelId="{C5A3307B-2B1D-4F8D-9509-B0C38E4A6C5D}" type="presOf" srcId="{5AA03F25-C737-412E-ACD5-D5E518E79096}" destId="{0198A4B1-A29D-40D6-9328-A582265399F3}" srcOrd="1" destOrd="0" presId="urn:microsoft.com/office/officeart/2016/7/layout/LinearBlockProcessNumbered"/>
    <dgm:cxn modelId="{30197086-277E-41AD-9475-FD94EA29C2A4}" type="presOf" srcId="{9C25A0E9-3FE6-484C-A0C0-E4F7E7AAC2A6}" destId="{4E8F03A5-45F2-4D4F-8B55-66619D04DFF4}" srcOrd="0" destOrd="0" presId="urn:microsoft.com/office/officeart/2016/7/layout/LinearBlockProcessNumbered"/>
    <dgm:cxn modelId="{A79AAE8F-4036-47F5-9817-33BA6499ADE6}" type="presOf" srcId="{42FD1444-3A7C-4A75-9234-5B96B19D641B}" destId="{679A4873-0A55-4CC8-841D-D1701317AFA9}" srcOrd="1" destOrd="0" presId="urn:microsoft.com/office/officeart/2016/7/layout/LinearBlockProcessNumbered"/>
    <dgm:cxn modelId="{13CB1E94-0C7A-42BF-A33E-1150949F3924}" srcId="{5C7E1A6E-F883-4083-B9EF-68194DF9E71C}" destId="{431A7E35-371B-4A38-87CF-7A8BC1656709}" srcOrd="3" destOrd="0" parTransId="{121BF543-D3FC-4175-9B90-6DEE24A7802E}" sibTransId="{9C25A0E9-3FE6-484C-A0C0-E4F7E7AAC2A6}"/>
    <dgm:cxn modelId="{E6A0B9A2-F922-4486-8211-C9D3A83A5A0C}" type="presOf" srcId="{F179B8A8-5CC4-41BD-A17D-6D99A2570916}" destId="{CCCF8DB9-A464-425F-86B6-ACEF34622699}" srcOrd="0" destOrd="0" presId="urn:microsoft.com/office/officeart/2016/7/layout/LinearBlockProcessNumbered"/>
    <dgm:cxn modelId="{522CF4B8-09BA-48EA-B836-8C93BDAF3AC6}" type="presOf" srcId="{5AA03F25-C737-412E-ACD5-D5E518E79096}" destId="{433C3210-310C-42E5-A9AB-2AE5EBF58265}" srcOrd="0" destOrd="0" presId="urn:microsoft.com/office/officeart/2016/7/layout/LinearBlockProcessNumbered"/>
    <dgm:cxn modelId="{D72C0DC2-E711-4025-8E4D-0D08C956F574}" type="presOf" srcId="{431A7E35-371B-4A38-87CF-7A8BC1656709}" destId="{415975E7-EE47-48B4-AE93-AE9BE26AB55B}" srcOrd="0" destOrd="0" presId="urn:microsoft.com/office/officeart/2016/7/layout/LinearBlockProcessNumbered"/>
    <dgm:cxn modelId="{6C18E9C8-0892-4C2D-AE92-4C7CA43453F2}" srcId="{5C7E1A6E-F883-4083-B9EF-68194DF9E71C}" destId="{42FD1444-3A7C-4A75-9234-5B96B19D641B}" srcOrd="0" destOrd="0" parTransId="{4FEF21F5-25D8-44FF-9DD8-A6F1857985AA}" sibTransId="{F179B8A8-5CC4-41BD-A17D-6D99A2570916}"/>
    <dgm:cxn modelId="{B00AB6DD-25DA-4A38-A677-E925D71D7F6C}" type="presOf" srcId="{42FD1444-3A7C-4A75-9234-5B96B19D641B}" destId="{DC0F0E94-1D25-4F5B-93DE-54CB10CE2F1D}" srcOrd="0" destOrd="0" presId="urn:microsoft.com/office/officeart/2016/7/layout/LinearBlockProcessNumbered"/>
    <dgm:cxn modelId="{0E8843E7-0D58-44C1-965F-5D7645C7B8C5}" type="presOf" srcId="{5C7E1A6E-F883-4083-B9EF-68194DF9E71C}" destId="{1A1DA9B2-3633-4FE3-A228-F071C768C366}" srcOrd="0" destOrd="0" presId="urn:microsoft.com/office/officeart/2016/7/layout/LinearBlockProcessNumbered"/>
    <dgm:cxn modelId="{CB5E3CF0-C6D1-46C9-88F2-D4AB16239029}" type="presOf" srcId="{A968A9DB-218F-4892-B93D-0E61B81D0C0A}" destId="{E9E981B5-A6FE-4CA3-A200-6E201A2FB3E6}" srcOrd="1" destOrd="0" presId="urn:microsoft.com/office/officeart/2016/7/layout/LinearBlockProcessNumbered"/>
    <dgm:cxn modelId="{A1BC69F8-A62C-4394-A9E0-CBE1039493DA}" type="presOf" srcId="{431A7E35-371B-4A38-87CF-7A8BC1656709}" destId="{2EA61E41-E8C1-4B55-997C-957631E77CD1}" srcOrd="1" destOrd="0" presId="urn:microsoft.com/office/officeart/2016/7/layout/LinearBlockProcessNumbered"/>
    <dgm:cxn modelId="{11ABB6F8-2D57-44E0-9061-7ACAC1000189}" type="presOf" srcId="{2DB05181-7AEC-4303-87AC-A7788A77FB27}" destId="{8BDE3A54-8425-4AA3-B95A-56B879035916}" srcOrd="0" destOrd="0" presId="urn:microsoft.com/office/officeart/2016/7/layout/LinearBlockProcessNumbered"/>
    <dgm:cxn modelId="{80D261FF-7419-4DE9-A26A-B9AC9FEA8EC7}" srcId="{5C7E1A6E-F883-4083-B9EF-68194DF9E71C}" destId="{5AA03F25-C737-412E-ACD5-D5E518E79096}" srcOrd="2" destOrd="0" parTransId="{F05031D9-E33B-4ABC-938B-EBE1ED81AB36}" sibTransId="{2DB05181-7AEC-4303-87AC-A7788A77FB27}"/>
    <dgm:cxn modelId="{09CFE16E-D415-44CE-BB3B-5C3E006F9744}" type="presParOf" srcId="{1A1DA9B2-3633-4FE3-A228-F071C768C366}" destId="{608FE860-8A50-423C-B742-07412ED29760}" srcOrd="0" destOrd="0" presId="urn:microsoft.com/office/officeart/2016/7/layout/LinearBlockProcessNumbered"/>
    <dgm:cxn modelId="{3E7A7FEC-6663-44EA-87A2-08B55E30471E}" type="presParOf" srcId="{608FE860-8A50-423C-B742-07412ED29760}" destId="{DC0F0E94-1D25-4F5B-93DE-54CB10CE2F1D}" srcOrd="0" destOrd="0" presId="urn:microsoft.com/office/officeart/2016/7/layout/LinearBlockProcessNumbered"/>
    <dgm:cxn modelId="{AB4658E5-0615-47F3-BFE7-EFCCABA9FB41}" type="presParOf" srcId="{608FE860-8A50-423C-B742-07412ED29760}" destId="{CCCF8DB9-A464-425F-86B6-ACEF34622699}" srcOrd="1" destOrd="0" presId="urn:microsoft.com/office/officeart/2016/7/layout/LinearBlockProcessNumbered"/>
    <dgm:cxn modelId="{6D810D11-566D-4612-9BEB-47EA8F2C413A}" type="presParOf" srcId="{608FE860-8A50-423C-B742-07412ED29760}" destId="{679A4873-0A55-4CC8-841D-D1701317AFA9}" srcOrd="2" destOrd="0" presId="urn:microsoft.com/office/officeart/2016/7/layout/LinearBlockProcessNumbered"/>
    <dgm:cxn modelId="{5C28326C-B68A-46F5-8F8E-0B9928B5B885}" type="presParOf" srcId="{1A1DA9B2-3633-4FE3-A228-F071C768C366}" destId="{C7A1B1B2-D8BA-46F8-B2F3-52FC692FE766}" srcOrd="1" destOrd="0" presId="urn:microsoft.com/office/officeart/2016/7/layout/LinearBlockProcessNumbered"/>
    <dgm:cxn modelId="{0BDF7170-92CE-4152-8C93-FDB101FE8E5D}" type="presParOf" srcId="{1A1DA9B2-3633-4FE3-A228-F071C768C366}" destId="{FA535617-6B2C-4478-8240-B2965316D501}" srcOrd="2" destOrd="0" presId="urn:microsoft.com/office/officeart/2016/7/layout/LinearBlockProcessNumbered"/>
    <dgm:cxn modelId="{E40308ED-BBC3-4C19-B00B-69603133EFF9}" type="presParOf" srcId="{FA535617-6B2C-4478-8240-B2965316D501}" destId="{75138D9B-86FF-49D8-8CBB-0D406E9DD356}" srcOrd="0" destOrd="0" presId="urn:microsoft.com/office/officeart/2016/7/layout/LinearBlockProcessNumbered"/>
    <dgm:cxn modelId="{00A06DD2-9712-41D7-B12A-E264730C3E91}" type="presParOf" srcId="{FA535617-6B2C-4478-8240-B2965316D501}" destId="{3CF605B4-7D47-45A8-9983-64E3351AA99D}" srcOrd="1" destOrd="0" presId="urn:microsoft.com/office/officeart/2016/7/layout/LinearBlockProcessNumbered"/>
    <dgm:cxn modelId="{F473E945-B363-441B-AAE9-B25DD34F3208}" type="presParOf" srcId="{FA535617-6B2C-4478-8240-B2965316D501}" destId="{E9E981B5-A6FE-4CA3-A200-6E201A2FB3E6}" srcOrd="2" destOrd="0" presId="urn:microsoft.com/office/officeart/2016/7/layout/LinearBlockProcessNumbered"/>
    <dgm:cxn modelId="{42F74568-D5A1-45BE-A764-32A47B13F7A1}" type="presParOf" srcId="{1A1DA9B2-3633-4FE3-A228-F071C768C366}" destId="{76986ADE-3284-481A-B2A0-64D6848C8AF7}" srcOrd="3" destOrd="0" presId="urn:microsoft.com/office/officeart/2016/7/layout/LinearBlockProcessNumbered"/>
    <dgm:cxn modelId="{CB39B9B5-49CA-4910-8605-622F00F104D7}" type="presParOf" srcId="{1A1DA9B2-3633-4FE3-A228-F071C768C366}" destId="{8E97E98A-68BB-428B-B039-07396A0DF427}" srcOrd="4" destOrd="0" presId="urn:microsoft.com/office/officeart/2016/7/layout/LinearBlockProcessNumbered"/>
    <dgm:cxn modelId="{B43925FD-F84F-41D1-9382-B7C03CDD2399}" type="presParOf" srcId="{8E97E98A-68BB-428B-B039-07396A0DF427}" destId="{433C3210-310C-42E5-A9AB-2AE5EBF58265}" srcOrd="0" destOrd="0" presId="urn:microsoft.com/office/officeart/2016/7/layout/LinearBlockProcessNumbered"/>
    <dgm:cxn modelId="{088B8917-2715-4FA5-AFCA-6BAF742594E7}" type="presParOf" srcId="{8E97E98A-68BB-428B-B039-07396A0DF427}" destId="{8BDE3A54-8425-4AA3-B95A-56B879035916}" srcOrd="1" destOrd="0" presId="urn:microsoft.com/office/officeart/2016/7/layout/LinearBlockProcessNumbered"/>
    <dgm:cxn modelId="{5CFDA43C-2298-4BF8-A105-B9161E1F4DD6}" type="presParOf" srcId="{8E97E98A-68BB-428B-B039-07396A0DF427}" destId="{0198A4B1-A29D-40D6-9328-A582265399F3}" srcOrd="2" destOrd="0" presId="urn:microsoft.com/office/officeart/2016/7/layout/LinearBlockProcessNumbered"/>
    <dgm:cxn modelId="{7B3DDBAE-9211-458C-A901-16A9B234FA5D}" type="presParOf" srcId="{1A1DA9B2-3633-4FE3-A228-F071C768C366}" destId="{C9799752-2D35-4C01-8578-0B7F83734BC7}" srcOrd="5" destOrd="0" presId="urn:microsoft.com/office/officeart/2016/7/layout/LinearBlockProcessNumbered"/>
    <dgm:cxn modelId="{039A3CDC-A6F6-453B-A131-BD2724E8EA9E}" type="presParOf" srcId="{1A1DA9B2-3633-4FE3-A228-F071C768C366}" destId="{F618C374-D9E1-4F56-8588-441030D2CA85}" srcOrd="6" destOrd="0" presId="urn:microsoft.com/office/officeart/2016/7/layout/LinearBlockProcessNumbered"/>
    <dgm:cxn modelId="{1E496ED7-AC1E-4223-8CFC-33757A778336}" type="presParOf" srcId="{F618C374-D9E1-4F56-8588-441030D2CA85}" destId="{415975E7-EE47-48B4-AE93-AE9BE26AB55B}" srcOrd="0" destOrd="0" presId="urn:microsoft.com/office/officeart/2016/7/layout/LinearBlockProcessNumbered"/>
    <dgm:cxn modelId="{7E582B8A-5166-4D1B-8E21-7D0C0D24558F}" type="presParOf" srcId="{F618C374-D9E1-4F56-8588-441030D2CA85}" destId="{4E8F03A5-45F2-4D4F-8B55-66619D04DFF4}" srcOrd="1" destOrd="0" presId="urn:microsoft.com/office/officeart/2016/7/layout/LinearBlockProcessNumbered"/>
    <dgm:cxn modelId="{4B61B585-25B6-4EB8-8F90-B732B884642B}" type="presParOf" srcId="{F618C374-D9E1-4F56-8588-441030D2CA85}" destId="{2EA61E41-E8C1-4B55-997C-957631E77CD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43AC01-59D7-43CC-ABEE-0E2D1208F99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C398CE-F513-4D61-A14C-EFF95E1C25A1}">
      <dgm:prSet/>
      <dgm:spPr/>
      <dgm:t>
        <a:bodyPr/>
        <a:lstStyle/>
        <a:p>
          <a:pPr>
            <a:defRPr cap="all"/>
          </a:pPr>
          <a:r>
            <a:rPr lang="en-US" b="0" i="0" baseline="0"/>
            <a:t>Education and occupation explain a lot </a:t>
          </a:r>
          <a:endParaRPr lang="en-US"/>
        </a:p>
      </dgm:t>
    </dgm:pt>
    <dgm:pt modelId="{77260E6E-9455-4242-8C35-2C05542C94EA}" type="parTrans" cxnId="{6DF975AC-2C2C-471A-98D8-903387762A82}">
      <dgm:prSet/>
      <dgm:spPr/>
      <dgm:t>
        <a:bodyPr/>
        <a:lstStyle/>
        <a:p>
          <a:endParaRPr lang="en-US"/>
        </a:p>
      </dgm:t>
    </dgm:pt>
    <dgm:pt modelId="{3765FC9C-AE07-4A8B-9060-ED0039361ACA}" type="sibTrans" cxnId="{6DF975AC-2C2C-471A-98D8-903387762A82}">
      <dgm:prSet/>
      <dgm:spPr/>
      <dgm:t>
        <a:bodyPr/>
        <a:lstStyle/>
        <a:p>
          <a:endParaRPr lang="en-US"/>
        </a:p>
      </dgm:t>
    </dgm:pt>
    <dgm:pt modelId="{EFA219EB-647A-4731-8B22-378083B60380}">
      <dgm:prSet/>
      <dgm:spPr/>
      <dgm:t>
        <a:bodyPr/>
        <a:lstStyle/>
        <a:p>
          <a:pPr>
            <a:defRPr cap="all"/>
          </a:pPr>
          <a:r>
            <a:rPr lang="en-US" b="0" i="0" baseline="0"/>
            <a:t>But big gaps remain inside the same jobs </a:t>
          </a:r>
          <a:endParaRPr lang="en-US"/>
        </a:p>
      </dgm:t>
    </dgm:pt>
    <dgm:pt modelId="{0796E8DA-7D74-4509-95D9-502B49558864}" type="parTrans" cxnId="{D66A4C17-7BA4-4455-8E31-E97EAD027E93}">
      <dgm:prSet/>
      <dgm:spPr/>
      <dgm:t>
        <a:bodyPr/>
        <a:lstStyle/>
        <a:p>
          <a:endParaRPr lang="en-US"/>
        </a:p>
      </dgm:t>
    </dgm:pt>
    <dgm:pt modelId="{FA7FF5DA-4C0E-4E8F-9DAA-1700D25FBEF5}" type="sibTrans" cxnId="{D66A4C17-7BA4-4455-8E31-E97EAD027E93}">
      <dgm:prSet/>
      <dgm:spPr/>
      <dgm:t>
        <a:bodyPr/>
        <a:lstStyle/>
        <a:p>
          <a:endParaRPr lang="en-US"/>
        </a:p>
      </dgm:t>
    </dgm:pt>
    <dgm:pt modelId="{5E89922F-8CBB-4F36-926E-1A2BFEF3C366}">
      <dgm:prSet/>
      <dgm:spPr/>
      <dgm:t>
        <a:bodyPr/>
        <a:lstStyle/>
        <a:p>
          <a:pPr>
            <a:defRPr cap="all"/>
          </a:pPr>
          <a:r>
            <a:rPr lang="en-US" b="0" i="0" baseline="0"/>
            <a:t>Federal jobs show more equity </a:t>
          </a:r>
          <a:endParaRPr lang="en-US"/>
        </a:p>
      </dgm:t>
    </dgm:pt>
    <dgm:pt modelId="{5AED1D1D-A736-4DB5-A5AC-DBE4DB428284}" type="parTrans" cxnId="{AB64B7C6-EBAD-420B-879D-9905CF68ED52}">
      <dgm:prSet/>
      <dgm:spPr/>
      <dgm:t>
        <a:bodyPr/>
        <a:lstStyle/>
        <a:p>
          <a:endParaRPr lang="en-US"/>
        </a:p>
      </dgm:t>
    </dgm:pt>
    <dgm:pt modelId="{26C855A1-DDDE-414F-A1BE-150384D60FC4}" type="sibTrans" cxnId="{AB64B7C6-EBAD-420B-879D-9905CF68ED52}">
      <dgm:prSet/>
      <dgm:spPr/>
      <dgm:t>
        <a:bodyPr/>
        <a:lstStyle/>
        <a:p>
          <a:endParaRPr lang="en-US"/>
        </a:p>
      </dgm:t>
    </dgm:pt>
    <dgm:pt modelId="{F7E0BCFA-9617-40AA-A497-682A091B6EE5}">
      <dgm:prSet/>
      <dgm:spPr/>
      <dgm:t>
        <a:bodyPr/>
        <a:lstStyle/>
        <a:p>
          <a:pPr>
            <a:defRPr cap="all"/>
          </a:pPr>
          <a:r>
            <a:rPr lang="en-US" b="0" i="0" baseline="0"/>
            <a:t>Private sector shows larger unexplained gaps </a:t>
          </a:r>
          <a:endParaRPr lang="en-US"/>
        </a:p>
      </dgm:t>
    </dgm:pt>
    <dgm:pt modelId="{DFCD5D30-83C5-49CB-999A-5635228FB55A}" type="parTrans" cxnId="{7AB96630-8D56-4EDB-8F0D-CDFE3116D529}">
      <dgm:prSet/>
      <dgm:spPr/>
      <dgm:t>
        <a:bodyPr/>
        <a:lstStyle/>
        <a:p>
          <a:endParaRPr lang="en-US"/>
        </a:p>
      </dgm:t>
    </dgm:pt>
    <dgm:pt modelId="{65920823-2CD1-4F1F-9A0D-3F1C2BC30AEB}" type="sibTrans" cxnId="{7AB96630-8D56-4EDB-8F0D-CDFE3116D529}">
      <dgm:prSet/>
      <dgm:spPr/>
      <dgm:t>
        <a:bodyPr/>
        <a:lstStyle/>
        <a:p>
          <a:endParaRPr lang="en-US"/>
        </a:p>
      </dgm:t>
    </dgm:pt>
    <dgm:pt modelId="{5017FFEE-E281-4D6E-8E16-CFB1FD09F0E2}" type="pres">
      <dgm:prSet presAssocID="{F343AC01-59D7-43CC-ABEE-0E2D1208F99F}" presName="root" presStyleCnt="0">
        <dgm:presLayoutVars>
          <dgm:dir/>
          <dgm:resizeHandles val="exact"/>
        </dgm:presLayoutVars>
      </dgm:prSet>
      <dgm:spPr/>
    </dgm:pt>
    <dgm:pt modelId="{F810936F-FCB4-4B63-B952-094183315220}" type="pres">
      <dgm:prSet presAssocID="{75C398CE-F513-4D61-A14C-EFF95E1C25A1}" presName="compNode" presStyleCnt="0"/>
      <dgm:spPr/>
    </dgm:pt>
    <dgm:pt modelId="{D946FC6A-D589-409E-9FC8-5379A5AB9518}" type="pres">
      <dgm:prSet presAssocID="{75C398CE-F513-4D61-A14C-EFF95E1C25A1}" presName="iconBgRect" presStyleLbl="bgShp" presStyleIdx="0" presStyleCnt="4"/>
      <dgm:spPr/>
    </dgm:pt>
    <dgm:pt modelId="{DA7E6662-9D75-4CC0-B6AE-8374CD87546B}" type="pres">
      <dgm:prSet presAssocID="{75C398CE-F513-4D61-A14C-EFF95E1C25A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859A8F65-83F9-4728-94DE-B8103CA827BD}" type="pres">
      <dgm:prSet presAssocID="{75C398CE-F513-4D61-A14C-EFF95E1C25A1}" presName="spaceRect" presStyleCnt="0"/>
      <dgm:spPr/>
    </dgm:pt>
    <dgm:pt modelId="{9BA8F7C7-D81A-4491-81FA-E095C94D368C}" type="pres">
      <dgm:prSet presAssocID="{75C398CE-F513-4D61-A14C-EFF95E1C25A1}" presName="textRect" presStyleLbl="revTx" presStyleIdx="0" presStyleCnt="4">
        <dgm:presLayoutVars>
          <dgm:chMax val="1"/>
          <dgm:chPref val="1"/>
        </dgm:presLayoutVars>
      </dgm:prSet>
      <dgm:spPr/>
    </dgm:pt>
    <dgm:pt modelId="{199901DD-41B6-46FE-BAEC-8A0360DBE2F3}" type="pres">
      <dgm:prSet presAssocID="{3765FC9C-AE07-4A8B-9060-ED0039361ACA}" presName="sibTrans" presStyleCnt="0"/>
      <dgm:spPr/>
    </dgm:pt>
    <dgm:pt modelId="{FBF18993-6E74-4617-86D7-EDFE04867822}" type="pres">
      <dgm:prSet presAssocID="{EFA219EB-647A-4731-8B22-378083B60380}" presName="compNode" presStyleCnt="0"/>
      <dgm:spPr/>
    </dgm:pt>
    <dgm:pt modelId="{35FFE04B-EF58-4C0A-87A3-969CDD4454D5}" type="pres">
      <dgm:prSet presAssocID="{EFA219EB-647A-4731-8B22-378083B60380}" presName="iconBgRect" presStyleLbl="bgShp" presStyleIdx="1" presStyleCnt="4"/>
      <dgm:spPr/>
    </dgm:pt>
    <dgm:pt modelId="{769F4D6C-E708-4C92-87BF-DF5A0D82FB89}" type="pres">
      <dgm:prSet presAssocID="{EFA219EB-647A-4731-8B22-378083B603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B128E9D-7E62-4832-BC6D-5ACFD7D69548}" type="pres">
      <dgm:prSet presAssocID="{EFA219EB-647A-4731-8B22-378083B60380}" presName="spaceRect" presStyleCnt="0"/>
      <dgm:spPr/>
    </dgm:pt>
    <dgm:pt modelId="{B80B2037-FE48-474E-A043-296B8D05FD51}" type="pres">
      <dgm:prSet presAssocID="{EFA219EB-647A-4731-8B22-378083B60380}" presName="textRect" presStyleLbl="revTx" presStyleIdx="1" presStyleCnt="4">
        <dgm:presLayoutVars>
          <dgm:chMax val="1"/>
          <dgm:chPref val="1"/>
        </dgm:presLayoutVars>
      </dgm:prSet>
      <dgm:spPr/>
    </dgm:pt>
    <dgm:pt modelId="{1AE7D518-07AE-465C-B9CB-ED89902B389C}" type="pres">
      <dgm:prSet presAssocID="{FA7FF5DA-4C0E-4E8F-9DAA-1700D25FBEF5}" presName="sibTrans" presStyleCnt="0"/>
      <dgm:spPr/>
    </dgm:pt>
    <dgm:pt modelId="{8F1E87C1-EC0E-4371-A603-917C20F08F02}" type="pres">
      <dgm:prSet presAssocID="{5E89922F-8CBB-4F36-926E-1A2BFEF3C366}" presName="compNode" presStyleCnt="0"/>
      <dgm:spPr/>
    </dgm:pt>
    <dgm:pt modelId="{CCEEEA70-1B7C-4A49-BC18-A6A1B844136E}" type="pres">
      <dgm:prSet presAssocID="{5E89922F-8CBB-4F36-926E-1A2BFEF3C366}" presName="iconBgRect" presStyleLbl="bgShp" presStyleIdx="2" presStyleCnt="4"/>
      <dgm:spPr/>
    </dgm:pt>
    <dgm:pt modelId="{A52DBF6A-E9DD-45B3-9413-EED523352F9A}" type="pres">
      <dgm:prSet presAssocID="{5E89922F-8CBB-4F36-926E-1A2BFEF3C36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136EDDA-9D8E-4EDC-8E56-DCEB81B3D689}" type="pres">
      <dgm:prSet presAssocID="{5E89922F-8CBB-4F36-926E-1A2BFEF3C366}" presName="spaceRect" presStyleCnt="0"/>
      <dgm:spPr/>
    </dgm:pt>
    <dgm:pt modelId="{4F819FCF-C9F5-4A9C-A4D3-1B798515DBFF}" type="pres">
      <dgm:prSet presAssocID="{5E89922F-8CBB-4F36-926E-1A2BFEF3C366}" presName="textRect" presStyleLbl="revTx" presStyleIdx="2" presStyleCnt="4">
        <dgm:presLayoutVars>
          <dgm:chMax val="1"/>
          <dgm:chPref val="1"/>
        </dgm:presLayoutVars>
      </dgm:prSet>
      <dgm:spPr/>
    </dgm:pt>
    <dgm:pt modelId="{3B286826-166E-4968-8774-163D215822E1}" type="pres">
      <dgm:prSet presAssocID="{26C855A1-DDDE-414F-A1BE-150384D60FC4}" presName="sibTrans" presStyleCnt="0"/>
      <dgm:spPr/>
    </dgm:pt>
    <dgm:pt modelId="{605B14CF-6836-40F1-80B8-332EE7224AE3}" type="pres">
      <dgm:prSet presAssocID="{F7E0BCFA-9617-40AA-A497-682A091B6EE5}" presName="compNode" presStyleCnt="0"/>
      <dgm:spPr/>
    </dgm:pt>
    <dgm:pt modelId="{F3E22536-8CA8-4E56-B248-BC7030484F9A}" type="pres">
      <dgm:prSet presAssocID="{F7E0BCFA-9617-40AA-A497-682A091B6EE5}" presName="iconBgRect" presStyleLbl="bgShp" presStyleIdx="3" presStyleCnt="4"/>
      <dgm:spPr/>
    </dgm:pt>
    <dgm:pt modelId="{879BD6D4-3AD3-4AB5-B399-99581C68FC57}" type="pres">
      <dgm:prSet presAssocID="{F7E0BCFA-9617-40AA-A497-682A091B6EE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F46C7B4-81AD-4F7E-9F7A-BADFF56F96FA}" type="pres">
      <dgm:prSet presAssocID="{F7E0BCFA-9617-40AA-A497-682A091B6EE5}" presName="spaceRect" presStyleCnt="0"/>
      <dgm:spPr/>
    </dgm:pt>
    <dgm:pt modelId="{6A704477-5035-4C40-8DD6-FA3742B406D3}" type="pres">
      <dgm:prSet presAssocID="{F7E0BCFA-9617-40AA-A497-682A091B6EE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66A4C17-7BA4-4455-8E31-E97EAD027E93}" srcId="{F343AC01-59D7-43CC-ABEE-0E2D1208F99F}" destId="{EFA219EB-647A-4731-8B22-378083B60380}" srcOrd="1" destOrd="0" parTransId="{0796E8DA-7D74-4509-95D9-502B49558864}" sibTransId="{FA7FF5DA-4C0E-4E8F-9DAA-1700D25FBEF5}"/>
    <dgm:cxn modelId="{FEDE3126-9298-4C8E-92AB-E336200956C0}" type="presOf" srcId="{75C398CE-F513-4D61-A14C-EFF95E1C25A1}" destId="{9BA8F7C7-D81A-4491-81FA-E095C94D368C}" srcOrd="0" destOrd="0" presId="urn:microsoft.com/office/officeart/2018/5/layout/IconCircleLabelList"/>
    <dgm:cxn modelId="{7AB96630-8D56-4EDB-8F0D-CDFE3116D529}" srcId="{F343AC01-59D7-43CC-ABEE-0E2D1208F99F}" destId="{F7E0BCFA-9617-40AA-A497-682A091B6EE5}" srcOrd="3" destOrd="0" parTransId="{DFCD5D30-83C5-49CB-999A-5635228FB55A}" sibTransId="{65920823-2CD1-4F1F-9A0D-3F1C2BC30AEB}"/>
    <dgm:cxn modelId="{3D3CC436-DA3A-4886-8077-8DC5A3BDE78B}" type="presOf" srcId="{5E89922F-8CBB-4F36-926E-1A2BFEF3C366}" destId="{4F819FCF-C9F5-4A9C-A4D3-1B798515DBFF}" srcOrd="0" destOrd="0" presId="urn:microsoft.com/office/officeart/2018/5/layout/IconCircleLabelList"/>
    <dgm:cxn modelId="{697A2D44-2908-49F7-A6BC-6A0853570FD6}" type="presOf" srcId="{EFA219EB-647A-4731-8B22-378083B60380}" destId="{B80B2037-FE48-474E-A043-296B8D05FD51}" srcOrd="0" destOrd="0" presId="urn:microsoft.com/office/officeart/2018/5/layout/IconCircleLabelList"/>
    <dgm:cxn modelId="{5BAEEC91-1AB8-4F6D-A1D6-10468C8A9563}" type="presOf" srcId="{F7E0BCFA-9617-40AA-A497-682A091B6EE5}" destId="{6A704477-5035-4C40-8DD6-FA3742B406D3}" srcOrd="0" destOrd="0" presId="urn:microsoft.com/office/officeart/2018/5/layout/IconCircleLabelList"/>
    <dgm:cxn modelId="{6DF975AC-2C2C-471A-98D8-903387762A82}" srcId="{F343AC01-59D7-43CC-ABEE-0E2D1208F99F}" destId="{75C398CE-F513-4D61-A14C-EFF95E1C25A1}" srcOrd="0" destOrd="0" parTransId="{77260E6E-9455-4242-8C35-2C05542C94EA}" sibTransId="{3765FC9C-AE07-4A8B-9060-ED0039361ACA}"/>
    <dgm:cxn modelId="{5394D1B6-7F09-4937-AAC3-4C52E165A44F}" type="presOf" srcId="{F343AC01-59D7-43CC-ABEE-0E2D1208F99F}" destId="{5017FFEE-E281-4D6E-8E16-CFB1FD09F0E2}" srcOrd="0" destOrd="0" presId="urn:microsoft.com/office/officeart/2018/5/layout/IconCircleLabelList"/>
    <dgm:cxn modelId="{AB64B7C6-EBAD-420B-879D-9905CF68ED52}" srcId="{F343AC01-59D7-43CC-ABEE-0E2D1208F99F}" destId="{5E89922F-8CBB-4F36-926E-1A2BFEF3C366}" srcOrd="2" destOrd="0" parTransId="{5AED1D1D-A736-4DB5-A5AC-DBE4DB428284}" sibTransId="{26C855A1-DDDE-414F-A1BE-150384D60FC4}"/>
    <dgm:cxn modelId="{6D1D4503-8AA9-4C1F-8EB1-FEE9ACADA521}" type="presParOf" srcId="{5017FFEE-E281-4D6E-8E16-CFB1FD09F0E2}" destId="{F810936F-FCB4-4B63-B952-094183315220}" srcOrd="0" destOrd="0" presId="urn:microsoft.com/office/officeart/2018/5/layout/IconCircleLabelList"/>
    <dgm:cxn modelId="{E0538D86-8B79-4A8A-B4A2-FEF53EDE1541}" type="presParOf" srcId="{F810936F-FCB4-4B63-B952-094183315220}" destId="{D946FC6A-D589-409E-9FC8-5379A5AB9518}" srcOrd="0" destOrd="0" presId="urn:microsoft.com/office/officeart/2018/5/layout/IconCircleLabelList"/>
    <dgm:cxn modelId="{646C403A-CF7D-4B48-81E4-C3BE3D6BC3F4}" type="presParOf" srcId="{F810936F-FCB4-4B63-B952-094183315220}" destId="{DA7E6662-9D75-4CC0-B6AE-8374CD87546B}" srcOrd="1" destOrd="0" presId="urn:microsoft.com/office/officeart/2018/5/layout/IconCircleLabelList"/>
    <dgm:cxn modelId="{8D66276F-493E-455A-9177-E6A44026DD39}" type="presParOf" srcId="{F810936F-FCB4-4B63-B952-094183315220}" destId="{859A8F65-83F9-4728-94DE-B8103CA827BD}" srcOrd="2" destOrd="0" presId="urn:microsoft.com/office/officeart/2018/5/layout/IconCircleLabelList"/>
    <dgm:cxn modelId="{2D422523-77CC-4B25-A91D-3494AC5AD212}" type="presParOf" srcId="{F810936F-FCB4-4B63-B952-094183315220}" destId="{9BA8F7C7-D81A-4491-81FA-E095C94D368C}" srcOrd="3" destOrd="0" presId="urn:microsoft.com/office/officeart/2018/5/layout/IconCircleLabelList"/>
    <dgm:cxn modelId="{D3A71311-70C1-4B9A-BD2B-C43A162EAE06}" type="presParOf" srcId="{5017FFEE-E281-4D6E-8E16-CFB1FD09F0E2}" destId="{199901DD-41B6-46FE-BAEC-8A0360DBE2F3}" srcOrd="1" destOrd="0" presId="urn:microsoft.com/office/officeart/2018/5/layout/IconCircleLabelList"/>
    <dgm:cxn modelId="{F7183A6F-9C73-4AD5-94A1-1C9B46A2A0D9}" type="presParOf" srcId="{5017FFEE-E281-4D6E-8E16-CFB1FD09F0E2}" destId="{FBF18993-6E74-4617-86D7-EDFE04867822}" srcOrd="2" destOrd="0" presId="urn:microsoft.com/office/officeart/2018/5/layout/IconCircleLabelList"/>
    <dgm:cxn modelId="{8D976F8E-9264-4F59-9952-D3927F8FE022}" type="presParOf" srcId="{FBF18993-6E74-4617-86D7-EDFE04867822}" destId="{35FFE04B-EF58-4C0A-87A3-969CDD4454D5}" srcOrd="0" destOrd="0" presId="urn:microsoft.com/office/officeart/2018/5/layout/IconCircleLabelList"/>
    <dgm:cxn modelId="{3CAB0F5D-0461-41B8-BE7E-9449A4C7C62F}" type="presParOf" srcId="{FBF18993-6E74-4617-86D7-EDFE04867822}" destId="{769F4D6C-E708-4C92-87BF-DF5A0D82FB89}" srcOrd="1" destOrd="0" presId="urn:microsoft.com/office/officeart/2018/5/layout/IconCircleLabelList"/>
    <dgm:cxn modelId="{DAE84E93-4CF6-4D91-8545-220856F2E418}" type="presParOf" srcId="{FBF18993-6E74-4617-86D7-EDFE04867822}" destId="{CB128E9D-7E62-4832-BC6D-5ACFD7D69548}" srcOrd="2" destOrd="0" presId="urn:microsoft.com/office/officeart/2018/5/layout/IconCircleLabelList"/>
    <dgm:cxn modelId="{9257565D-EFAF-407B-8ED6-FBD76AA0B9BA}" type="presParOf" srcId="{FBF18993-6E74-4617-86D7-EDFE04867822}" destId="{B80B2037-FE48-474E-A043-296B8D05FD51}" srcOrd="3" destOrd="0" presId="urn:microsoft.com/office/officeart/2018/5/layout/IconCircleLabelList"/>
    <dgm:cxn modelId="{AC30CAFD-5E8D-432A-9B07-7290A2E0F6F5}" type="presParOf" srcId="{5017FFEE-E281-4D6E-8E16-CFB1FD09F0E2}" destId="{1AE7D518-07AE-465C-B9CB-ED89902B389C}" srcOrd="3" destOrd="0" presId="urn:microsoft.com/office/officeart/2018/5/layout/IconCircleLabelList"/>
    <dgm:cxn modelId="{76A9F90D-B6D4-47B0-AFBE-9B12670DA2CD}" type="presParOf" srcId="{5017FFEE-E281-4D6E-8E16-CFB1FD09F0E2}" destId="{8F1E87C1-EC0E-4371-A603-917C20F08F02}" srcOrd="4" destOrd="0" presId="urn:microsoft.com/office/officeart/2018/5/layout/IconCircleLabelList"/>
    <dgm:cxn modelId="{BACC246D-93F1-4C71-946A-AB880344CE32}" type="presParOf" srcId="{8F1E87C1-EC0E-4371-A603-917C20F08F02}" destId="{CCEEEA70-1B7C-4A49-BC18-A6A1B844136E}" srcOrd="0" destOrd="0" presId="urn:microsoft.com/office/officeart/2018/5/layout/IconCircleLabelList"/>
    <dgm:cxn modelId="{C7EBE3C6-386D-4E6D-BA51-72F51D909853}" type="presParOf" srcId="{8F1E87C1-EC0E-4371-A603-917C20F08F02}" destId="{A52DBF6A-E9DD-45B3-9413-EED523352F9A}" srcOrd="1" destOrd="0" presId="urn:microsoft.com/office/officeart/2018/5/layout/IconCircleLabelList"/>
    <dgm:cxn modelId="{CA6F9A70-D389-41F3-8260-10511E603B24}" type="presParOf" srcId="{8F1E87C1-EC0E-4371-A603-917C20F08F02}" destId="{C136EDDA-9D8E-4EDC-8E56-DCEB81B3D689}" srcOrd="2" destOrd="0" presId="urn:microsoft.com/office/officeart/2018/5/layout/IconCircleLabelList"/>
    <dgm:cxn modelId="{E3FA9EE6-050E-4A0E-947C-3F26AB7570B1}" type="presParOf" srcId="{8F1E87C1-EC0E-4371-A603-917C20F08F02}" destId="{4F819FCF-C9F5-4A9C-A4D3-1B798515DBFF}" srcOrd="3" destOrd="0" presId="urn:microsoft.com/office/officeart/2018/5/layout/IconCircleLabelList"/>
    <dgm:cxn modelId="{EA84378B-2B5E-4058-B548-7FF3498D5A2E}" type="presParOf" srcId="{5017FFEE-E281-4D6E-8E16-CFB1FD09F0E2}" destId="{3B286826-166E-4968-8774-163D215822E1}" srcOrd="5" destOrd="0" presId="urn:microsoft.com/office/officeart/2018/5/layout/IconCircleLabelList"/>
    <dgm:cxn modelId="{C3BEC7C8-EB21-48A7-99D7-CE2B84A75BCD}" type="presParOf" srcId="{5017FFEE-E281-4D6E-8E16-CFB1FD09F0E2}" destId="{605B14CF-6836-40F1-80B8-332EE7224AE3}" srcOrd="6" destOrd="0" presId="urn:microsoft.com/office/officeart/2018/5/layout/IconCircleLabelList"/>
    <dgm:cxn modelId="{4FE4E01E-482A-4EFE-95B6-F00F73EDE38A}" type="presParOf" srcId="{605B14CF-6836-40F1-80B8-332EE7224AE3}" destId="{F3E22536-8CA8-4E56-B248-BC7030484F9A}" srcOrd="0" destOrd="0" presId="urn:microsoft.com/office/officeart/2018/5/layout/IconCircleLabelList"/>
    <dgm:cxn modelId="{A421123A-431D-44B5-9B04-8BA9C91D639E}" type="presParOf" srcId="{605B14CF-6836-40F1-80B8-332EE7224AE3}" destId="{879BD6D4-3AD3-4AB5-B399-99581C68FC57}" srcOrd="1" destOrd="0" presId="urn:microsoft.com/office/officeart/2018/5/layout/IconCircleLabelList"/>
    <dgm:cxn modelId="{AD2FF381-B0B8-4331-B86B-C6F01383727C}" type="presParOf" srcId="{605B14CF-6836-40F1-80B8-332EE7224AE3}" destId="{EF46C7B4-81AD-4F7E-9F7A-BADFF56F96FA}" srcOrd="2" destOrd="0" presId="urn:microsoft.com/office/officeart/2018/5/layout/IconCircleLabelList"/>
    <dgm:cxn modelId="{FA830C74-602E-438A-998E-037E01F73B18}" type="presParOf" srcId="{605B14CF-6836-40F1-80B8-332EE7224AE3}" destId="{6A704477-5035-4C40-8DD6-FA3742B406D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B56EE71-DDEE-4395-B7A5-5AC15012F81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FF4117-0039-495F-9BC5-6FD46E379E46}">
      <dgm:prSet/>
      <dgm:spPr/>
      <dgm:t>
        <a:bodyPr/>
        <a:lstStyle/>
        <a:p>
          <a:r>
            <a:rPr lang="en-US" b="1"/>
            <a:t>U.S. Census Bureau.</a:t>
          </a:r>
          <a:endParaRPr lang="en-US"/>
        </a:p>
      </dgm:t>
    </dgm:pt>
    <dgm:pt modelId="{EB09A8A3-7BAB-4205-B4AA-418BDD5DF68F}" type="parTrans" cxnId="{E184C532-80DD-4A75-81D1-A360C6840356}">
      <dgm:prSet/>
      <dgm:spPr/>
      <dgm:t>
        <a:bodyPr/>
        <a:lstStyle/>
        <a:p>
          <a:endParaRPr lang="en-US"/>
        </a:p>
      </dgm:t>
    </dgm:pt>
    <dgm:pt modelId="{47BAEF1F-5991-4630-AEFD-BB348AC41F09}" type="sibTrans" cxnId="{E184C532-80DD-4A75-81D1-A360C6840356}">
      <dgm:prSet/>
      <dgm:spPr/>
      <dgm:t>
        <a:bodyPr/>
        <a:lstStyle/>
        <a:p>
          <a:endParaRPr lang="en-US"/>
        </a:p>
      </dgm:t>
    </dgm:pt>
    <dgm:pt modelId="{450CAC20-6FF4-4BC0-944D-4413458A9E91}">
      <dgm:prSet/>
      <dgm:spPr/>
      <dgm:t>
        <a:bodyPr/>
        <a:lstStyle/>
        <a:p>
          <a:r>
            <a:rPr lang="en-US" b="1"/>
            <a:t>U.S. Bureau of Labor Statistics.</a:t>
          </a:r>
          <a:r>
            <a:rPr lang="en-US"/>
            <a:t> </a:t>
          </a:r>
        </a:p>
      </dgm:t>
    </dgm:pt>
    <dgm:pt modelId="{C4C3FAF2-B19B-4A60-ADF6-C97A4CE66304}" type="parTrans" cxnId="{83CD9323-D190-4090-8F2D-18653227F16F}">
      <dgm:prSet/>
      <dgm:spPr/>
      <dgm:t>
        <a:bodyPr/>
        <a:lstStyle/>
        <a:p>
          <a:endParaRPr lang="en-US"/>
        </a:p>
      </dgm:t>
    </dgm:pt>
    <dgm:pt modelId="{C045D88A-2563-4F7F-9487-962C5EFE5CAB}" type="sibTrans" cxnId="{83CD9323-D190-4090-8F2D-18653227F16F}">
      <dgm:prSet/>
      <dgm:spPr/>
      <dgm:t>
        <a:bodyPr/>
        <a:lstStyle/>
        <a:p>
          <a:endParaRPr lang="en-US"/>
        </a:p>
      </dgm:t>
    </dgm:pt>
    <dgm:pt modelId="{5F76D2BF-5AEE-4775-94E5-9BEC11842DE1}" type="pres">
      <dgm:prSet presAssocID="{EB56EE71-DDEE-4395-B7A5-5AC15012F8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3E9C89-3EA1-46F7-984F-50F9D4EF5964}" type="pres">
      <dgm:prSet presAssocID="{36FF4117-0039-495F-9BC5-6FD46E379E46}" presName="hierRoot1" presStyleCnt="0"/>
      <dgm:spPr/>
    </dgm:pt>
    <dgm:pt modelId="{0E965D1F-0C39-4D28-BA5F-C3E5BB441A1E}" type="pres">
      <dgm:prSet presAssocID="{36FF4117-0039-495F-9BC5-6FD46E379E46}" presName="composite" presStyleCnt="0"/>
      <dgm:spPr/>
    </dgm:pt>
    <dgm:pt modelId="{9C8677DD-A968-49EC-8DB7-F7968ABE6649}" type="pres">
      <dgm:prSet presAssocID="{36FF4117-0039-495F-9BC5-6FD46E379E46}" presName="background" presStyleLbl="node0" presStyleIdx="0" presStyleCnt="2"/>
      <dgm:spPr/>
    </dgm:pt>
    <dgm:pt modelId="{C7EDD756-908C-4A71-B4F4-BF53683AE36C}" type="pres">
      <dgm:prSet presAssocID="{36FF4117-0039-495F-9BC5-6FD46E379E46}" presName="text" presStyleLbl="fgAcc0" presStyleIdx="0" presStyleCnt="2">
        <dgm:presLayoutVars>
          <dgm:chPref val="3"/>
        </dgm:presLayoutVars>
      </dgm:prSet>
      <dgm:spPr/>
    </dgm:pt>
    <dgm:pt modelId="{21AC4924-3F5D-4EFF-8549-E1BF9A3A9687}" type="pres">
      <dgm:prSet presAssocID="{36FF4117-0039-495F-9BC5-6FD46E379E46}" presName="hierChild2" presStyleCnt="0"/>
      <dgm:spPr/>
    </dgm:pt>
    <dgm:pt modelId="{75D79F7E-105E-4CA7-A5BD-4702E9F8CBEF}" type="pres">
      <dgm:prSet presAssocID="{450CAC20-6FF4-4BC0-944D-4413458A9E91}" presName="hierRoot1" presStyleCnt="0"/>
      <dgm:spPr/>
    </dgm:pt>
    <dgm:pt modelId="{3CA0A769-30A1-4396-BD37-EFDA18FE8166}" type="pres">
      <dgm:prSet presAssocID="{450CAC20-6FF4-4BC0-944D-4413458A9E91}" presName="composite" presStyleCnt="0"/>
      <dgm:spPr/>
    </dgm:pt>
    <dgm:pt modelId="{E49755E9-64D2-401C-AF47-3A4553091C4A}" type="pres">
      <dgm:prSet presAssocID="{450CAC20-6FF4-4BC0-944D-4413458A9E91}" presName="background" presStyleLbl="node0" presStyleIdx="1" presStyleCnt="2"/>
      <dgm:spPr/>
    </dgm:pt>
    <dgm:pt modelId="{6CD1DCFE-FD2D-4766-A2CC-4CC3CD6C4D1B}" type="pres">
      <dgm:prSet presAssocID="{450CAC20-6FF4-4BC0-944D-4413458A9E91}" presName="text" presStyleLbl="fgAcc0" presStyleIdx="1" presStyleCnt="2">
        <dgm:presLayoutVars>
          <dgm:chPref val="3"/>
        </dgm:presLayoutVars>
      </dgm:prSet>
      <dgm:spPr/>
    </dgm:pt>
    <dgm:pt modelId="{4CD004D7-FC21-4A5E-BBA6-649C3643D4A0}" type="pres">
      <dgm:prSet presAssocID="{450CAC20-6FF4-4BC0-944D-4413458A9E91}" presName="hierChild2" presStyleCnt="0"/>
      <dgm:spPr/>
    </dgm:pt>
  </dgm:ptLst>
  <dgm:cxnLst>
    <dgm:cxn modelId="{83CD9323-D190-4090-8F2D-18653227F16F}" srcId="{EB56EE71-DDEE-4395-B7A5-5AC15012F816}" destId="{450CAC20-6FF4-4BC0-944D-4413458A9E91}" srcOrd="1" destOrd="0" parTransId="{C4C3FAF2-B19B-4A60-ADF6-C97A4CE66304}" sibTransId="{C045D88A-2563-4F7F-9487-962C5EFE5CAB}"/>
    <dgm:cxn modelId="{E184C532-80DD-4A75-81D1-A360C6840356}" srcId="{EB56EE71-DDEE-4395-B7A5-5AC15012F816}" destId="{36FF4117-0039-495F-9BC5-6FD46E379E46}" srcOrd="0" destOrd="0" parTransId="{EB09A8A3-7BAB-4205-B4AA-418BDD5DF68F}" sibTransId="{47BAEF1F-5991-4630-AEFD-BB348AC41F09}"/>
    <dgm:cxn modelId="{FD9AE262-BBE4-4DBA-8EC6-138EA404A575}" type="presOf" srcId="{450CAC20-6FF4-4BC0-944D-4413458A9E91}" destId="{6CD1DCFE-FD2D-4766-A2CC-4CC3CD6C4D1B}" srcOrd="0" destOrd="0" presId="urn:microsoft.com/office/officeart/2005/8/layout/hierarchy1"/>
    <dgm:cxn modelId="{510B137B-66B8-4FB5-A8A3-6C5103BE37CC}" type="presOf" srcId="{EB56EE71-DDEE-4395-B7A5-5AC15012F816}" destId="{5F76D2BF-5AEE-4775-94E5-9BEC11842DE1}" srcOrd="0" destOrd="0" presId="urn:microsoft.com/office/officeart/2005/8/layout/hierarchy1"/>
    <dgm:cxn modelId="{BEAEF2F1-EEA8-47F7-8897-E848B635C3B8}" type="presOf" srcId="{36FF4117-0039-495F-9BC5-6FD46E379E46}" destId="{C7EDD756-908C-4A71-B4F4-BF53683AE36C}" srcOrd="0" destOrd="0" presId="urn:microsoft.com/office/officeart/2005/8/layout/hierarchy1"/>
    <dgm:cxn modelId="{B178A35C-DFE7-4BC8-BFE3-536DF9D071ED}" type="presParOf" srcId="{5F76D2BF-5AEE-4775-94E5-9BEC11842DE1}" destId="{543E9C89-3EA1-46F7-984F-50F9D4EF5964}" srcOrd="0" destOrd="0" presId="urn:microsoft.com/office/officeart/2005/8/layout/hierarchy1"/>
    <dgm:cxn modelId="{924F80DF-019A-4A69-9A83-4CC63781459B}" type="presParOf" srcId="{543E9C89-3EA1-46F7-984F-50F9D4EF5964}" destId="{0E965D1F-0C39-4D28-BA5F-C3E5BB441A1E}" srcOrd="0" destOrd="0" presId="urn:microsoft.com/office/officeart/2005/8/layout/hierarchy1"/>
    <dgm:cxn modelId="{10459916-C8EC-452F-8B27-17A9887DE446}" type="presParOf" srcId="{0E965D1F-0C39-4D28-BA5F-C3E5BB441A1E}" destId="{9C8677DD-A968-49EC-8DB7-F7968ABE6649}" srcOrd="0" destOrd="0" presId="urn:microsoft.com/office/officeart/2005/8/layout/hierarchy1"/>
    <dgm:cxn modelId="{3398CA20-F50C-42BB-A640-F295D70828AD}" type="presParOf" srcId="{0E965D1F-0C39-4D28-BA5F-C3E5BB441A1E}" destId="{C7EDD756-908C-4A71-B4F4-BF53683AE36C}" srcOrd="1" destOrd="0" presId="urn:microsoft.com/office/officeart/2005/8/layout/hierarchy1"/>
    <dgm:cxn modelId="{2990ED40-B565-45C9-8718-8077222FA558}" type="presParOf" srcId="{543E9C89-3EA1-46F7-984F-50F9D4EF5964}" destId="{21AC4924-3F5D-4EFF-8549-E1BF9A3A9687}" srcOrd="1" destOrd="0" presId="urn:microsoft.com/office/officeart/2005/8/layout/hierarchy1"/>
    <dgm:cxn modelId="{2CDBF5C6-5C85-4103-A296-DCB48622CF96}" type="presParOf" srcId="{5F76D2BF-5AEE-4775-94E5-9BEC11842DE1}" destId="{75D79F7E-105E-4CA7-A5BD-4702E9F8CBEF}" srcOrd="1" destOrd="0" presId="urn:microsoft.com/office/officeart/2005/8/layout/hierarchy1"/>
    <dgm:cxn modelId="{0F23DE1D-580F-43C5-92DC-78B8732694E6}" type="presParOf" srcId="{75D79F7E-105E-4CA7-A5BD-4702E9F8CBEF}" destId="{3CA0A769-30A1-4396-BD37-EFDA18FE8166}" srcOrd="0" destOrd="0" presId="urn:microsoft.com/office/officeart/2005/8/layout/hierarchy1"/>
    <dgm:cxn modelId="{2317F221-AEA7-4DFE-9822-4260F66AEEB9}" type="presParOf" srcId="{3CA0A769-30A1-4396-BD37-EFDA18FE8166}" destId="{E49755E9-64D2-401C-AF47-3A4553091C4A}" srcOrd="0" destOrd="0" presId="urn:microsoft.com/office/officeart/2005/8/layout/hierarchy1"/>
    <dgm:cxn modelId="{1BBEA6D8-8260-434B-9D8A-2B45E38AF70D}" type="presParOf" srcId="{3CA0A769-30A1-4396-BD37-EFDA18FE8166}" destId="{6CD1DCFE-FD2D-4766-A2CC-4CC3CD6C4D1B}" srcOrd="1" destOrd="0" presId="urn:microsoft.com/office/officeart/2005/8/layout/hierarchy1"/>
    <dgm:cxn modelId="{3C57E615-28CA-4CFF-A15A-DA0623AB3D09}" type="presParOf" srcId="{75D79F7E-105E-4CA7-A5BD-4702E9F8CBEF}" destId="{4CD004D7-FC21-4A5E-BBA6-649C3643D4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8A926-D651-404E-B6B9-F78E7C2C1DF9}">
      <dsp:nvSpPr>
        <dsp:cNvPr id="0" name=""/>
        <dsp:cNvSpPr/>
      </dsp:nvSpPr>
      <dsp:spPr>
        <a:xfrm>
          <a:off x="0" y="0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Main Question: What drives wage inequality in Maryland?</a:t>
          </a:r>
          <a:endParaRPr lang="en-US" sz="2200" kern="1200"/>
        </a:p>
      </dsp:txBody>
      <dsp:txXfrm>
        <a:off x="24100" y="24100"/>
        <a:ext cx="7596019" cy="774633"/>
      </dsp:txXfrm>
    </dsp:sp>
    <dsp:sp modelId="{62B24DB8-2EEE-4430-B20D-2F8D72581A9E}">
      <dsp:nvSpPr>
        <dsp:cNvPr id="0" name=""/>
        <dsp:cNvSpPr/>
      </dsp:nvSpPr>
      <dsp:spPr>
        <a:xfrm>
          <a:off x="716351" y="972439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Maryland is wealthy and highly educated</a:t>
          </a:r>
          <a:endParaRPr lang="en-US" sz="2200" kern="1200"/>
        </a:p>
      </dsp:txBody>
      <dsp:txXfrm>
        <a:off x="740451" y="996539"/>
        <a:ext cx="7254056" cy="774633"/>
      </dsp:txXfrm>
    </dsp:sp>
    <dsp:sp modelId="{16DF5E84-D6A9-4BC7-B890-F5E846E73C46}">
      <dsp:nvSpPr>
        <dsp:cNvPr id="0" name=""/>
        <dsp:cNvSpPr/>
      </dsp:nvSpPr>
      <dsp:spPr>
        <a:xfrm>
          <a:off x="1422010" y="1944878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But large wage gaps still exist</a:t>
          </a:r>
          <a:endParaRPr lang="en-US" sz="2200" kern="1200"/>
        </a:p>
      </dsp:txBody>
      <dsp:txXfrm>
        <a:off x="1446110" y="1968978"/>
        <a:ext cx="7264748" cy="774633"/>
      </dsp:txXfrm>
    </dsp:sp>
    <dsp:sp modelId="{1459E8C6-528D-4BA5-AC02-AD73FA386119}">
      <dsp:nvSpPr>
        <dsp:cNvPr id="0" name=""/>
        <dsp:cNvSpPr/>
      </dsp:nvSpPr>
      <dsp:spPr>
        <a:xfrm>
          <a:off x="2138362" y="2917316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Goal: separate structural vs within‑job inequality</a:t>
          </a:r>
          <a:endParaRPr lang="en-US" sz="2200" kern="1200"/>
        </a:p>
      </dsp:txBody>
      <dsp:txXfrm>
        <a:off x="2162462" y="2941416"/>
        <a:ext cx="7254056" cy="774633"/>
      </dsp:txXfrm>
    </dsp:sp>
    <dsp:sp modelId="{93713A61-961E-4947-8627-4E60A4002672}">
      <dsp:nvSpPr>
        <dsp:cNvPr id="0" name=""/>
        <dsp:cNvSpPr/>
      </dsp:nvSpPr>
      <dsp:spPr>
        <a:xfrm>
          <a:off x="8018608" y="630215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138947" y="630215"/>
        <a:ext cx="294163" cy="402468"/>
      </dsp:txXfrm>
    </dsp:sp>
    <dsp:sp modelId="{893CCB4E-A6FD-4477-B697-30E5547DBC47}">
      <dsp:nvSpPr>
        <dsp:cNvPr id="0" name=""/>
        <dsp:cNvSpPr/>
      </dsp:nvSpPr>
      <dsp:spPr>
        <a:xfrm>
          <a:off x="8734959" y="1602654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57348"/>
            <a:satOff val="-4819"/>
            <a:lumOff val="-25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7348"/>
              <a:satOff val="-4819"/>
              <a:lumOff val="-25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55298" y="1602654"/>
        <a:ext cx="294163" cy="402468"/>
      </dsp:txXfrm>
    </dsp:sp>
    <dsp:sp modelId="{51AC0038-DACD-40A7-8651-399AC46E0BB2}">
      <dsp:nvSpPr>
        <dsp:cNvPr id="0" name=""/>
        <dsp:cNvSpPr/>
      </dsp:nvSpPr>
      <dsp:spPr>
        <a:xfrm>
          <a:off x="9440619" y="2575093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560958" y="2575093"/>
        <a:ext cx="294163" cy="4024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0F944-D3D4-4D9B-9099-115534EA7579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F166B-F24A-4C17-A04C-E5B795F01BF3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ACS PUMS 2024 (145k workers → 2.9M weighted)</a:t>
          </a:r>
          <a:endParaRPr lang="en-US" sz="2000" kern="1200" dirty="0"/>
        </a:p>
      </dsp:txBody>
      <dsp:txXfrm>
        <a:off x="293229" y="1319617"/>
        <a:ext cx="2153317" cy="1336991"/>
      </dsp:txXfrm>
    </dsp:sp>
    <dsp:sp modelId="{7B5F80B1-F116-4A15-BCD8-56299DE3A6DD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BA0EE-9F60-41AD-9B43-783D829373B6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BLS OEWS 2024 (occupation wages &amp; employment)</a:t>
          </a:r>
          <a:endParaRPr lang="en-US" sz="2000" kern="1200"/>
        </a:p>
      </dsp:txBody>
      <dsp:txXfrm>
        <a:off x="3026741" y="1319617"/>
        <a:ext cx="2153317" cy="1336991"/>
      </dsp:txXfrm>
    </dsp:sp>
    <dsp:sp modelId="{C4352BFA-0529-48CE-BE5B-749498916358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1C67C-43EC-49AF-BBCC-ECE4CA2FEE82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Python: pandas, numpy, statsmodels, plotly</a:t>
          </a:r>
          <a:endParaRPr lang="en-US" sz="2000" kern="1200"/>
        </a:p>
      </dsp:txBody>
      <dsp:txXfrm>
        <a:off x="5760253" y="1319617"/>
        <a:ext cx="2153317" cy="1336991"/>
      </dsp:txXfrm>
    </dsp:sp>
    <dsp:sp modelId="{5A39A68F-64BA-4CA0-B28B-5EED4AC9C5E7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C9DCE-F76F-4C17-B5A9-1E2F174386D0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Weighted means, regressions, Oaxaca decomposition</a:t>
          </a:r>
          <a:endParaRPr lang="en-US" sz="2000" kern="1200"/>
        </a:p>
      </dsp:txBody>
      <dsp:txXfrm>
        <a:off x="8493765" y="1319617"/>
        <a:ext cx="2153317" cy="13369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F0E94-1D25-4F5B-93DE-54CB10CE2F1D}">
      <dsp:nvSpPr>
        <dsp:cNvPr id="0" name=""/>
        <dsp:cNvSpPr/>
      </dsp:nvSpPr>
      <dsp:spPr>
        <a:xfrm>
          <a:off x="208" y="357141"/>
          <a:ext cx="2521555" cy="30258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Foreign‑born workers: 5–8% wage penalty </a:t>
          </a:r>
          <a:endParaRPr lang="en-US" sz="2300" kern="1200"/>
        </a:p>
      </dsp:txBody>
      <dsp:txXfrm>
        <a:off x="208" y="1567488"/>
        <a:ext cx="2521555" cy="1815519"/>
      </dsp:txXfrm>
    </dsp:sp>
    <dsp:sp modelId="{CCCF8DB9-A464-425F-86B6-ACEF34622699}">
      <dsp:nvSpPr>
        <dsp:cNvPr id="0" name=""/>
        <dsp:cNvSpPr/>
      </dsp:nvSpPr>
      <dsp:spPr>
        <a:xfrm>
          <a:off x="20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08" y="357141"/>
        <a:ext cx="2521555" cy="1210346"/>
      </dsp:txXfrm>
    </dsp:sp>
    <dsp:sp modelId="{75138D9B-86FF-49D8-8CBB-0D406E9DD356}">
      <dsp:nvSpPr>
        <dsp:cNvPr id="0" name=""/>
        <dsp:cNvSpPr/>
      </dsp:nvSpPr>
      <dsp:spPr>
        <a:xfrm>
          <a:off x="2723488" y="357141"/>
          <a:ext cx="2521555" cy="30258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Disability: 19% lower employment rate </a:t>
          </a:r>
          <a:endParaRPr lang="en-US" sz="2300" kern="1200"/>
        </a:p>
      </dsp:txBody>
      <dsp:txXfrm>
        <a:off x="2723488" y="1567488"/>
        <a:ext cx="2521555" cy="1815519"/>
      </dsp:txXfrm>
    </dsp:sp>
    <dsp:sp modelId="{3CF605B4-7D47-45A8-9983-64E3351AA99D}">
      <dsp:nvSpPr>
        <dsp:cNvPr id="0" name=""/>
        <dsp:cNvSpPr/>
      </dsp:nvSpPr>
      <dsp:spPr>
        <a:xfrm>
          <a:off x="272348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723488" y="357141"/>
        <a:ext cx="2521555" cy="1210346"/>
      </dsp:txXfrm>
    </dsp:sp>
    <dsp:sp modelId="{433C3210-310C-42E5-A9AB-2AE5EBF58265}">
      <dsp:nvSpPr>
        <dsp:cNvPr id="0" name=""/>
        <dsp:cNvSpPr/>
      </dsp:nvSpPr>
      <dsp:spPr>
        <a:xfrm>
          <a:off x="5446768" y="357141"/>
          <a:ext cx="2521555" cy="30258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Low‑wage workers rely more on public transit </a:t>
          </a:r>
          <a:endParaRPr lang="en-US" sz="2300" kern="1200"/>
        </a:p>
      </dsp:txBody>
      <dsp:txXfrm>
        <a:off x="5446768" y="1567488"/>
        <a:ext cx="2521555" cy="1815519"/>
      </dsp:txXfrm>
    </dsp:sp>
    <dsp:sp modelId="{8BDE3A54-8425-4AA3-B95A-56B879035916}">
      <dsp:nvSpPr>
        <dsp:cNvPr id="0" name=""/>
        <dsp:cNvSpPr/>
      </dsp:nvSpPr>
      <dsp:spPr>
        <a:xfrm>
          <a:off x="544676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446768" y="357141"/>
        <a:ext cx="2521555" cy="1210346"/>
      </dsp:txXfrm>
    </dsp:sp>
    <dsp:sp modelId="{415975E7-EE47-48B4-AE93-AE9BE26AB55B}">
      <dsp:nvSpPr>
        <dsp:cNvPr id="0" name=""/>
        <dsp:cNvSpPr/>
      </dsp:nvSpPr>
      <dsp:spPr>
        <a:xfrm>
          <a:off x="8170047" y="357141"/>
          <a:ext cx="2521555" cy="302586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Part‑time work higher for Black &amp; Hispanic workers </a:t>
          </a:r>
          <a:endParaRPr lang="en-US" sz="2300" kern="1200"/>
        </a:p>
      </dsp:txBody>
      <dsp:txXfrm>
        <a:off x="8170047" y="1567488"/>
        <a:ext cx="2521555" cy="1815519"/>
      </dsp:txXfrm>
    </dsp:sp>
    <dsp:sp modelId="{4E8F03A5-45F2-4D4F-8B55-66619D04DFF4}">
      <dsp:nvSpPr>
        <dsp:cNvPr id="0" name=""/>
        <dsp:cNvSpPr/>
      </dsp:nvSpPr>
      <dsp:spPr>
        <a:xfrm>
          <a:off x="8170047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170047" y="357141"/>
        <a:ext cx="2521555" cy="12103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46FC6A-D589-409E-9FC8-5379A5AB9518}">
      <dsp:nvSpPr>
        <dsp:cNvPr id="0" name=""/>
        <dsp:cNvSpPr/>
      </dsp:nvSpPr>
      <dsp:spPr>
        <a:xfrm>
          <a:off x="475417" y="567779"/>
          <a:ext cx="1437000" cy="1437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E6662-9D75-4CC0-B6AE-8374CD87546B}">
      <dsp:nvSpPr>
        <dsp:cNvPr id="0" name=""/>
        <dsp:cNvSpPr/>
      </dsp:nvSpPr>
      <dsp:spPr>
        <a:xfrm>
          <a:off x="781663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8F7C7-D81A-4491-81FA-E095C94D368C}">
      <dsp:nvSpPr>
        <dsp:cNvPr id="0" name=""/>
        <dsp:cNvSpPr/>
      </dsp:nvSpPr>
      <dsp:spPr>
        <a:xfrm>
          <a:off x="16048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Education and occupation explain a lot </a:t>
          </a:r>
          <a:endParaRPr lang="en-US" sz="1700" kern="1200"/>
        </a:p>
      </dsp:txBody>
      <dsp:txXfrm>
        <a:off x="16048" y="2452370"/>
        <a:ext cx="2355738" cy="720000"/>
      </dsp:txXfrm>
    </dsp:sp>
    <dsp:sp modelId="{35FFE04B-EF58-4C0A-87A3-969CDD4454D5}">
      <dsp:nvSpPr>
        <dsp:cNvPr id="0" name=""/>
        <dsp:cNvSpPr/>
      </dsp:nvSpPr>
      <dsp:spPr>
        <a:xfrm>
          <a:off x="3243409" y="567779"/>
          <a:ext cx="1437000" cy="1437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F4D6C-E708-4C92-87BF-DF5A0D82FB89}">
      <dsp:nvSpPr>
        <dsp:cNvPr id="0" name=""/>
        <dsp:cNvSpPr/>
      </dsp:nvSpPr>
      <dsp:spPr>
        <a:xfrm>
          <a:off x="3549655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B2037-FE48-474E-A043-296B8D05FD51}">
      <dsp:nvSpPr>
        <dsp:cNvPr id="0" name=""/>
        <dsp:cNvSpPr/>
      </dsp:nvSpPr>
      <dsp:spPr>
        <a:xfrm>
          <a:off x="2784040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But big gaps remain inside the same jobs </a:t>
          </a:r>
          <a:endParaRPr lang="en-US" sz="1700" kern="1200"/>
        </a:p>
      </dsp:txBody>
      <dsp:txXfrm>
        <a:off x="2784040" y="2452370"/>
        <a:ext cx="2355738" cy="720000"/>
      </dsp:txXfrm>
    </dsp:sp>
    <dsp:sp modelId="{CCEEEA70-1B7C-4A49-BC18-A6A1B844136E}">
      <dsp:nvSpPr>
        <dsp:cNvPr id="0" name=""/>
        <dsp:cNvSpPr/>
      </dsp:nvSpPr>
      <dsp:spPr>
        <a:xfrm>
          <a:off x="6011402" y="567779"/>
          <a:ext cx="1437000" cy="1437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DBF6A-E9DD-45B3-9413-EED523352F9A}">
      <dsp:nvSpPr>
        <dsp:cNvPr id="0" name=""/>
        <dsp:cNvSpPr/>
      </dsp:nvSpPr>
      <dsp:spPr>
        <a:xfrm>
          <a:off x="6317648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19FCF-C9F5-4A9C-A4D3-1B798515DBFF}">
      <dsp:nvSpPr>
        <dsp:cNvPr id="0" name=""/>
        <dsp:cNvSpPr/>
      </dsp:nvSpPr>
      <dsp:spPr>
        <a:xfrm>
          <a:off x="5552033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Federal jobs show more equity </a:t>
          </a:r>
          <a:endParaRPr lang="en-US" sz="1700" kern="1200"/>
        </a:p>
      </dsp:txBody>
      <dsp:txXfrm>
        <a:off x="5552033" y="2452370"/>
        <a:ext cx="2355738" cy="720000"/>
      </dsp:txXfrm>
    </dsp:sp>
    <dsp:sp modelId="{F3E22536-8CA8-4E56-B248-BC7030484F9A}">
      <dsp:nvSpPr>
        <dsp:cNvPr id="0" name=""/>
        <dsp:cNvSpPr/>
      </dsp:nvSpPr>
      <dsp:spPr>
        <a:xfrm>
          <a:off x="8779394" y="567779"/>
          <a:ext cx="1437000" cy="1437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BD6D4-3AD3-4AB5-B399-99581C68FC57}">
      <dsp:nvSpPr>
        <dsp:cNvPr id="0" name=""/>
        <dsp:cNvSpPr/>
      </dsp:nvSpPr>
      <dsp:spPr>
        <a:xfrm>
          <a:off x="9085640" y="874025"/>
          <a:ext cx="824508" cy="8245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04477-5035-4C40-8DD6-FA3742B406D3}">
      <dsp:nvSpPr>
        <dsp:cNvPr id="0" name=""/>
        <dsp:cNvSpPr/>
      </dsp:nvSpPr>
      <dsp:spPr>
        <a:xfrm>
          <a:off x="8320025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Private sector shows larger unexplained gaps </a:t>
          </a:r>
          <a:endParaRPr lang="en-US" sz="1700" kern="1200"/>
        </a:p>
      </dsp:txBody>
      <dsp:txXfrm>
        <a:off x="8320025" y="2452370"/>
        <a:ext cx="2355738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677DD-A968-49EC-8DB7-F7968ABE6649}">
      <dsp:nvSpPr>
        <dsp:cNvPr id="0" name=""/>
        <dsp:cNvSpPr/>
      </dsp:nvSpPr>
      <dsp:spPr>
        <a:xfrm>
          <a:off x="1305" y="173800"/>
          <a:ext cx="4581086" cy="2908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DD756-908C-4A71-B4F4-BF53683AE36C}">
      <dsp:nvSpPr>
        <dsp:cNvPr id="0" name=""/>
        <dsp:cNvSpPr/>
      </dsp:nvSpPr>
      <dsp:spPr>
        <a:xfrm>
          <a:off x="510314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/>
            <a:t>U.S. Census Bureau.</a:t>
          </a:r>
          <a:endParaRPr lang="en-US" sz="5600" kern="1200"/>
        </a:p>
      </dsp:txBody>
      <dsp:txXfrm>
        <a:off x="595515" y="742560"/>
        <a:ext cx="4410684" cy="2738587"/>
      </dsp:txXfrm>
    </dsp:sp>
    <dsp:sp modelId="{E49755E9-64D2-401C-AF47-3A4553091C4A}">
      <dsp:nvSpPr>
        <dsp:cNvPr id="0" name=""/>
        <dsp:cNvSpPr/>
      </dsp:nvSpPr>
      <dsp:spPr>
        <a:xfrm>
          <a:off x="5600410" y="173800"/>
          <a:ext cx="4581086" cy="2908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1DCFE-FD2D-4766-A2CC-4CC3CD6C4D1B}">
      <dsp:nvSpPr>
        <dsp:cNvPr id="0" name=""/>
        <dsp:cNvSpPr/>
      </dsp:nvSpPr>
      <dsp:spPr>
        <a:xfrm>
          <a:off x="6109420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/>
            <a:t>U.S. Bureau of Labor Statistics.</a:t>
          </a:r>
          <a:r>
            <a:rPr lang="en-US" sz="5600" kern="1200"/>
            <a:t> </a:t>
          </a:r>
        </a:p>
      </dsp:txBody>
      <dsp:txXfrm>
        <a:off x="6194621" y="742560"/>
        <a:ext cx="4410684" cy="2738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5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79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1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6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7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1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7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2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16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2DA1A-204F-89AB-6DEF-CDD2ABF13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 dirty="0"/>
              <a:t>Maryland Labor Market Inequality: What Shapes Wage Gaps?</a:t>
            </a:r>
            <a:br>
              <a:rPr lang="en-US" sz="3400" b="1" dirty="0"/>
            </a:br>
            <a:br>
              <a:rPr lang="en-US" sz="3400" b="1" dirty="0"/>
            </a:b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43F42-4F1A-EC20-74E4-682F32B6D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Elberth </a:t>
            </a:r>
            <a:r>
              <a:rPr lang="en-US" sz="1100" dirty="0" err="1"/>
              <a:t>Ndounou-Yindas</a:t>
            </a:r>
            <a:r>
              <a:rPr lang="en-US" sz="11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Data 205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Montgomery college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group of multi colored wooden stick figures">
            <a:extLst>
              <a:ext uri="{FF2B5EF4-FFF2-40B4-BE49-F238E27FC236}">
                <a16:creationId xmlns:a16="http://schemas.microsoft.com/office/drawing/2014/main" id="{0AFEC766-FDEA-7B82-2D11-96F4080E3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8" r="20129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18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7ABFA-5E9E-C502-F1A9-DBD1C2D40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/>
              <a:t>Research Question &amp; Why It Matters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DE64AD9-E893-C472-1081-111F48DDC4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1197819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697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6FF36-A312-1E54-2C61-C4634A85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Data &amp; Methods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F70F20-345B-CB1B-CF19-82AE99B59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750229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632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87B0D-BF2D-A366-AB1A-8153EAB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1"/>
            <a:ext cx="6766560" cy="130759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/>
              <a:t>Maryland’s Workforce: High‑Skill + Low‑Wage Mix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Tree map of occupations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658368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BA3C59D-8641-484F-A35C-361AD7E15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4768"/>
            <a:ext cx="65836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B80CE4-ABEE-CE8C-ADE6-CBFEEC104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684155"/>
              </p:ext>
            </p:extLst>
          </p:nvPr>
        </p:nvGraphicFramePr>
        <p:xfrm>
          <a:off x="704088" y="1638302"/>
          <a:ext cx="10079526" cy="4323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865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B3AB7-8841-94D0-EA41-C7DE9D85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Gender Wage Gap: Structural + Residual</a:t>
            </a:r>
            <a:br>
              <a:rPr lang="en-US" dirty="0"/>
            </a:br>
            <a:r>
              <a:rPr lang="en-US" sz="2200" dirty="0"/>
              <a:t>Dumbbell chart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67A2FA8-9459-4145-323C-5B1A86129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" b="12904"/>
          <a:stretch>
            <a:fillRect/>
          </a:stretch>
        </p:blipFill>
        <p:spPr>
          <a:xfrm>
            <a:off x="800097" y="2094610"/>
            <a:ext cx="10929448" cy="40684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083DC-1DF9-2BA4-4026-E0811CA3D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6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90196-8ED8-CA68-FB9B-6DD94FD1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Education Raises Wages — But Field of Study Matters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6295E-79C0-F878-3EC8-7F7C0BB22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022" y="1014984"/>
            <a:ext cx="6614593" cy="1362456"/>
          </a:xfrm>
        </p:spPr>
        <p:txBody>
          <a:bodyPr anchor="t">
            <a:normAutofit/>
          </a:bodyPr>
          <a:lstStyle/>
          <a:p>
            <a:r>
              <a:rPr lang="en-US" b="1" dirty="0"/>
              <a:t>Figure: Heatmap + Top 20 majors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80A1BA-AE3F-5B1D-BAD5-5D26114D3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65"/>
          <a:stretch>
            <a:fillRect/>
          </a:stretch>
        </p:blipFill>
        <p:spPr>
          <a:xfrm>
            <a:off x="20" y="2228200"/>
            <a:ext cx="12191980" cy="471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4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CC41-80A5-A3B3-518F-77D2FC68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D7E9BAF-7BBE-A99A-E590-25A8DC991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45" y="630621"/>
            <a:ext cx="11277096" cy="557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1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06AD-417B-8E8E-5236-75DFE98B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30317"/>
          </a:xfrm>
        </p:spPr>
        <p:txBody>
          <a:bodyPr>
            <a:normAutofit fontScale="90000"/>
          </a:bodyPr>
          <a:lstStyle/>
          <a:p>
            <a:r>
              <a:rPr lang="en-US"/>
              <a:t>STEM Degrees Give a Big Boost — Unequally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4D722-5F31-9403-37B7-3F2D9DCA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44717"/>
            <a:ext cx="10691265" cy="4217171"/>
          </a:xfrm>
        </p:spPr>
        <p:txBody>
          <a:bodyPr/>
          <a:lstStyle/>
          <a:p>
            <a:r>
              <a:rPr lang="en-US" b="1" dirty="0"/>
              <a:t>Figure: Violin plots + Race × STEM bars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D9477-58D7-BEB4-6296-95FFCDBB6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56" y="2313670"/>
            <a:ext cx="10485544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77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80FD-9AF0-85F6-4AF1-765B4A4E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9753E6-9BBF-77AA-F171-AD9AE27A3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25" y="557048"/>
            <a:ext cx="10866640" cy="584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5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6661A-DEB1-5ED4-0A3C-CC9EE2D7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77766"/>
          </a:xfrm>
        </p:spPr>
        <p:txBody>
          <a:bodyPr/>
          <a:lstStyle/>
          <a:p>
            <a:r>
              <a:rPr lang="en-US"/>
              <a:t>Federal Jobs Are the Most Equitable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085E-C83E-DF83-6383-D8C6B9704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92166"/>
            <a:ext cx="10691265" cy="4269722"/>
          </a:xfrm>
        </p:spPr>
        <p:txBody>
          <a:bodyPr/>
          <a:lstStyle/>
          <a:p>
            <a:r>
              <a:rPr lang="en-US" b="1" dirty="0"/>
              <a:t>Figure: Wages by sector × race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56CA8-5966-6766-2E82-A3238C2D7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2080265"/>
            <a:ext cx="10509031" cy="42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1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61AB-5AD8-F674-A727-47E90258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145628"/>
          </a:xfrm>
        </p:spPr>
        <p:txBody>
          <a:bodyPr>
            <a:normAutofit fontScale="90000"/>
          </a:bodyPr>
          <a:lstStyle/>
          <a:p>
            <a:r>
              <a:rPr lang="en-US" dirty="0"/>
              <a:t>Racial Wage Gap: 60% Explained, 40% Unexplained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FDBB-35B4-8017-1382-18587256F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60028"/>
            <a:ext cx="10691265" cy="3901860"/>
          </a:xfrm>
        </p:spPr>
        <p:txBody>
          <a:bodyPr/>
          <a:lstStyle/>
          <a:p>
            <a:r>
              <a:rPr lang="en-US" b="1" dirty="0"/>
              <a:t>Figure: KDE + Oaxaca bar chart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5896B-CBEC-C9AC-EA79-A1035F4B8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1" y="2532993"/>
            <a:ext cx="10771790" cy="410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5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CD940B-8817-B981-3D2E-3B32540DD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264" y="1038035"/>
            <a:ext cx="9701046" cy="491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62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0DAB0-E8CA-CF6D-181B-F58772F0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/>
              <a:t>Other Inequality Factors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91BE26A-22AA-B833-D529-F4F77F70A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95646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283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4" name="Rectangle 309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EC47E-C640-989A-9A69-35B68750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What Predicts Wages? Full Model Results</a:t>
            </a:r>
          </a:p>
        </p:txBody>
      </p:sp>
      <p:cxnSp>
        <p:nvCxnSpPr>
          <p:cNvPr id="3095" name="Straight Connector 309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8DC8B-C5B6-A242-406F-51590BD5F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US" b="1" dirty="0"/>
              <a:t>Figure: Forest plot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F5DC7AE-23AE-3FA4-9515-C27A1A283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288"/>
          <a:stretch>
            <a:fillRect/>
          </a:stretch>
        </p:blipFill>
        <p:spPr bwMode="auto">
          <a:xfrm>
            <a:off x="4503851" y="388885"/>
            <a:ext cx="6972766" cy="609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028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ECD61-206D-7EA2-8EF7-A38BAD26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Conclusion: Inequality Is Structural and Persistent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E0D7A93-9E56-C2D3-F9CC-50608AD09F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267358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040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ADA738-05A7-AF41-8D6F-4975B8BE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91280E-30A1-EC3A-62B4-8AEBB0DC1E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413327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746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F12C0-2DFD-3B2A-5AB6-30D3FD175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Acknowledgements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2FF49-BC05-1CA2-8D27-32B96585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38" r="6788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469DF-471B-42F3-96E0-3D1B7E24C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r>
              <a:rPr lang="en-US" dirty="0"/>
              <a:t>A special thanks to :</a:t>
            </a:r>
          </a:p>
          <a:p>
            <a:r>
              <a:rPr lang="en-US" dirty="0"/>
              <a:t>Professor Lori Perine </a:t>
            </a:r>
          </a:p>
          <a:p>
            <a:r>
              <a:rPr lang="en-US" dirty="0"/>
              <a:t>Professor Mais </a:t>
            </a:r>
            <a:r>
              <a:rPr lang="en-US" dirty="0" err="1"/>
              <a:t>Alraee</a:t>
            </a:r>
            <a:r>
              <a:rPr lang="en-US" dirty="0"/>
              <a:t> </a:t>
            </a:r>
          </a:p>
          <a:p>
            <a:r>
              <a:rPr lang="en-US" dirty="0"/>
              <a:t>Professor Muhammed Rebin </a:t>
            </a:r>
          </a:p>
          <a:p>
            <a:r>
              <a:rPr lang="en-US" dirty="0"/>
              <a:t>Professor Mohamed Abdirisak</a:t>
            </a:r>
          </a:p>
          <a:p>
            <a:r>
              <a:rPr lang="en-US" dirty="0"/>
              <a:t>All of my Data science classmates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75918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309</Words>
  <Application>Microsoft Office PowerPoint</Application>
  <PresentationFormat>Widescreen</PresentationFormat>
  <Paragraphs>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Calisto MT</vt:lpstr>
      <vt:lpstr>Univers Condensed</vt:lpstr>
      <vt:lpstr>ChronicleVTI</vt:lpstr>
      <vt:lpstr>Maryland Labor Market Inequality: What Shapes Wage Gaps?  </vt:lpstr>
      <vt:lpstr>Research Question &amp; Why It Matters</vt:lpstr>
      <vt:lpstr>Data &amp; Methods</vt:lpstr>
      <vt:lpstr>Maryland’s Workforce: High‑Skill + Low‑Wage Mix  Tree map of occupations  </vt:lpstr>
      <vt:lpstr>Gender Wage Gap: Structural + Residual Dumbbell chart</vt:lpstr>
      <vt:lpstr>Education Raises Wages — But Field of Study Matters</vt:lpstr>
      <vt:lpstr>PowerPoint Presentation</vt:lpstr>
      <vt:lpstr>STEM Degrees Give a Big Boost — Unequally</vt:lpstr>
      <vt:lpstr>PowerPoint Presentation</vt:lpstr>
      <vt:lpstr>Federal Jobs Are the Most Equitable</vt:lpstr>
      <vt:lpstr>Racial Wage Gap: 60% Explained, 40% Unexplained</vt:lpstr>
      <vt:lpstr>PowerPoint Presentation</vt:lpstr>
      <vt:lpstr>Other Inequality Factors</vt:lpstr>
      <vt:lpstr>What Predicts Wages? Full Model Results</vt:lpstr>
      <vt:lpstr>Conclusion: Inequality Is Structural and Persistent</vt:lpstr>
      <vt:lpstr>references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Elberth NDOUNOU YINDAS</dc:creator>
  <cp:lastModifiedBy>Elberth NDOUNOU YINDAS</cp:lastModifiedBy>
  <cp:revision>1</cp:revision>
  <dcterms:created xsi:type="dcterms:W3CDTF">2026-05-11T07:54:08Z</dcterms:created>
  <dcterms:modified xsi:type="dcterms:W3CDTF">2026-05-11T13:52:26Z</dcterms:modified>
</cp:coreProperties>
</file>